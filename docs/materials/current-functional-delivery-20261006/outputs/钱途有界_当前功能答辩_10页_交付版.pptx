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d5463761e34921" /><Relationship Type="http://schemas.openxmlformats.org/officeDocument/2006/relationships/extended-properties" Target="/docProps/app.xml" Id="Re3589d3acddd4927" /><Relationship Type="http://schemas.openxmlformats.org/officeDocument/2006/relationships/officeDocument" Target="/ppt/presentation.xml" Id="R6bcb925ae61743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2478cbe71a4aa7"/>
  </p:sldMasterIdLst>
  <p:notesMasterIdLst>
    <p:notesMasterId xmlns:r="http://schemas.openxmlformats.org/officeDocument/2006/relationships" r:id="R86f05edd40bd4762"/>
  </p:notesMasterIdLst>
  <p:sldIdLst>
    <p:sldId xmlns:r="http://schemas.openxmlformats.org/officeDocument/2006/relationships" id="256" r:id="R960d0f19ac0348e0"/>
    <p:sldId xmlns:r="http://schemas.openxmlformats.org/officeDocument/2006/relationships" id="257" r:id="Rbd813852ab2d4ec1"/>
    <p:sldId xmlns:r="http://schemas.openxmlformats.org/officeDocument/2006/relationships" id="258" r:id="Rf43dd843551a48ac"/>
    <p:sldId xmlns:r="http://schemas.openxmlformats.org/officeDocument/2006/relationships" id="259" r:id="Rbb39450b8917448c"/>
    <p:sldId xmlns:r="http://schemas.openxmlformats.org/officeDocument/2006/relationships" id="260" r:id="R13c2e73f51b945c8"/>
    <p:sldId xmlns:r="http://schemas.openxmlformats.org/officeDocument/2006/relationships" id="261" r:id="Rcd5dd3958bbb4daa"/>
    <p:sldId xmlns:r="http://schemas.openxmlformats.org/officeDocument/2006/relationships" id="262" r:id="R8bfb528455954c74"/>
    <p:sldId xmlns:r="http://schemas.openxmlformats.org/officeDocument/2006/relationships" id="263" r:id="R73162ab132734b74"/>
    <p:sldId xmlns:r="http://schemas.openxmlformats.org/officeDocument/2006/relationships" id="264" r:id="Rf3ada38542984743"/>
    <p:sldId xmlns:r="http://schemas.openxmlformats.org/officeDocument/2006/relationships" id="265" r:id="R6c127dd62afb4c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c1523aa17d432f" /><Relationship Type="http://schemas.openxmlformats.org/officeDocument/2006/relationships/slideMaster" Target="/ppt/slideMasters/slideMaster1.xml" Id="Rf42478cbe71a4aa7" /><Relationship Type="http://schemas.openxmlformats.org/officeDocument/2006/relationships/notesMaster" Target="/ppt/notesMasters/notesMaster1.xml" Id="R86f05edd40bd4762" /><Relationship Type="http://schemas.openxmlformats.org/officeDocument/2006/relationships/presProps" Target="/ppt/presProps.xml" Id="R04d71fe2901a4500" /><Relationship Type="http://schemas.openxmlformats.org/officeDocument/2006/relationships/tableStyles" Target="/ppt/tableStyles.xml" Id="R86ebef94eaa04739" /><Relationship Type="http://schemas.openxmlformats.org/officeDocument/2006/relationships/slide" Target="/ppt/slides/slide1.xml" Id="R960d0f19ac0348e0" /><Relationship Type="http://schemas.openxmlformats.org/officeDocument/2006/relationships/slide" Target="/ppt/slides/slide2.xml" Id="Rbd813852ab2d4ec1" /><Relationship Type="http://schemas.openxmlformats.org/officeDocument/2006/relationships/slide" Target="/ppt/slides/slide3.xml" Id="Rf43dd843551a48ac" /><Relationship Type="http://schemas.openxmlformats.org/officeDocument/2006/relationships/slide" Target="/ppt/slides/slide4.xml" Id="Rbb39450b8917448c" /><Relationship Type="http://schemas.openxmlformats.org/officeDocument/2006/relationships/slide" Target="/ppt/slides/slide5.xml" Id="R13c2e73f51b945c8" /><Relationship Type="http://schemas.openxmlformats.org/officeDocument/2006/relationships/slide" Target="/ppt/slides/slide6.xml" Id="Rcd5dd3958bbb4daa" /><Relationship Type="http://schemas.openxmlformats.org/officeDocument/2006/relationships/slide" Target="/ppt/slides/slide7.xml" Id="R8bfb528455954c74" /><Relationship Type="http://schemas.openxmlformats.org/officeDocument/2006/relationships/slide" Target="/ppt/slides/slide8.xml" Id="R73162ab132734b74" /><Relationship Type="http://schemas.openxmlformats.org/officeDocument/2006/relationships/slide" Target="/ppt/slides/slide9.xml" Id="Rf3ada38542984743" /><Relationship Type="http://schemas.openxmlformats.org/officeDocument/2006/relationships/slide" Target="/ppt/slides/slide10.xml" Id="R6c127dd62afb4c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d522f7b74f4d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6158ef42b64991" /><Relationship Type="http://schemas.openxmlformats.org/officeDocument/2006/relationships/notesMaster" Target="/ppt/notesMasters/notesMaster1.xml" Id="R794ef5c2850d4c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62cacade724614" /><Relationship Type="http://schemas.openxmlformats.org/officeDocument/2006/relationships/notesMaster" Target="/ppt/notesMasters/notesMaster1.xml" Id="Rb7b6e941fae04a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7335ab793d4057" /><Relationship Type="http://schemas.openxmlformats.org/officeDocument/2006/relationships/notesMaster" Target="/ppt/notesMasters/notesMaster1.xml" Id="R04865dfb97c644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aad27aca324e42" /><Relationship Type="http://schemas.openxmlformats.org/officeDocument/2006/relationships/notesMaster" Target="/ppt/notesMasters/notesMaster1.xml" Id="R72e2fef196264c2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acca60529545cd" /><Relationship Type="http://schemas.openxmlformats.org/officeDocument/2006/relationships/notesMaster" Target="/ppt/notesMasters/notesMaster1.xml" Id="R0eb038dbb05746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f85cad276e411f" /><Relationship Type="http://schemas.openxmlformats.org/officeDocument/2006/relationships/notesMaster" Target="/ppt/notesMasters/notesMaster1.xml" Id="Rb632f54242044a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f894e7b5384a08" /><Relationship Type="http://schemas.openxmlformats.org/officeDocument/2006/relationships/notesMaster" Target="/ppt/notesMasters/notesMaster1.xml" Id="Ra6f078728d8c4ed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ddb3a18c2f47c8" /><Relationship Type="http://schemas.openxmlformats.org/officeDocument/2006/relationships/notesMaster" Target="/ppt/notesMasters/notesMaster1.xml" Id="R46ca0625bbcc4b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d1cc13f0c94089" /><Relationship Type="http://schemas.openxmlformats.org/officeDocument/2006/relationships/notesMaster" Target="/ppt/notesMasters/notesMaster1.xml" Id="R10e0e8cfe2444c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98e41c708784a19" /><Relationship Type="http://schemas.openxmlformats.org/officeDocument/2006/relationships/notesMaster" Target="/ppt/notesMasters/notesMaster1.xml" Id="Ree4a32237efb41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介绍当前功能交付，不声称正式产品完成或银行合作。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S05: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需求来自产品设计；没有真人痛点比例或市场数据。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S02: ../sources.json（精确原件及SHA）</a:t>
            </a:r>
          </a:p>
          <a:p xmlns:a="http://schemas.openxmlformats.org/drawingml/2006/main">
            <a:r>
              <a:t>S08: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公式为设计定义。未对全部现实场景给安全保证，不称性能或效果结果。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S07: ../sources.json（精确原件及SHA）</a:t>
            </a:r>
          </a:p>
          <a:p xmlns:a="http://schemas.openxmlformats.org/drawingml/2006/main">
            <a:r>
              <a:t>S12: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此流程是SOURCE_SCHEMATIC，不是原生截图。银行/app状态分层，不以HTTP200充结算。</a:t>
            </a:r>
          </a:p>
          <a:p xmlns:a="http://schemas.openxmlformats.org/drawingml/2006/main">
            <a:r>
              <a:t>来源：S10: ../sources.json（精确原件及SHA）</a:t>
            </a:r>
          </a:p>
          <a:p xmlns:a="http://schemas.openxmlformats.org/drawingml/2006/main">
            <a:r>
              <a:t>S21: ../sources.json（精确原件及SHA）</a:t>
            </a:r>
          </a:p>
          <a:p xmlns:a="http://schemas.openxmlformats.org/drawingml/2006/main">
            <a:r>
              <a:t>S22: ../sources.json（精确原件及SHA）</a:t>
            </a:r>
          </a:p>
          <a:p xmlns:a="http://schemas.openxmlformats.org/drawingml/2006/main">
            <a:r>
              <a:t>S23: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1098=366日期×3阶段，绝不是天数。未证明全局多期最优/全部期限可买。</a:t>
            </a:r>
          </a:p>
          <a:p xmlns:a="http://schemas.openxmlformats.org/drawingml/2006/main">
            <a:r>
              <a:t>来源：S10: ../sources.json（精确原件及SHA）</a:t>
            </a:r>
          </a:p>
          <a:p xmlns:a="http://schemas.openxmlformats.org/drawingml/2006/main">
            <a:r>
              <a:t>S13: ../sources.json（精确原件及SHA）</a:t>
            </a:r>
          </a:p>
          <a:p xmlns:a="http://schemas.openxmlformats.org/drawingml/2006/main">
            <a:r>
              <a:t>S16: ../sources.json（精确原件及SHA）</a:t>
            </a:r>
          </a:p>
          <a:p xmlns:a="http://schemas.openxmlformats.org/drawingml/2006/main">
            <a:r>
              <a:t>S17: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有限世界不是概率；当前proof与旧payload分开，legacy终态不复活。</a:t>
            </a:r>
          </a:p>
          <a:p xmlns:a="http://schemas.openxmlformats.org/drawingml/2006/main">
            <a:r>
              <a:t>来源：S18: ../sources.json（精确原件及SHA）</a:t>
            </a:r>
          </a:p>
          <a:p xmlns:a="http://schemas.openxmlformats.org/drawingml/2006/main">
            <a:r>
              <a:t>S19: ../sources.json（精确原件及SHA）</a:t>
            </a:r>
          </a:p>
          <a:p xmlns:a="http://schemas.openxmlformats.org/drawingml/2006/main">
            <a:r>
              <a:t>S20: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无假画面/假视频，不将演示模板冒NL链。对应demo-240s-script.md。</a:t>
            </a:r>
          </a:p>
          <a:p xmlns:a="http://schemas.openxmlformats.org/drawingml/2006/main">
            <a:r>
              <a:t>来源：S27: ../sources.json（精确原件及SHA）</a:t>
            </a:r>
          </a:p>
          <a:p xmlns:a="http://schemas.openxmlformats.org/drawingml/2006/main">
            <a:r>
              <a:t>S03: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不相加重叠测试、不写提升比例。原GLOBAL批FAILED。W0 n=1混合结果不是当前benchmark。</a:t>
            </a:r>
          </a:p>
          <a:p xmlns:a="http://schemas.openxmlformats.org/drawingml/2006/main">
            <a:r>
              <a:t>来源：E01: ../sources.json（精确原件及SHA）</a:t>
            </a:r>
          </a:p>
          <a:p xmlns:a="http://schemas.openxmlformats.org/drawingml/2006/main">
            <a:r>
              <a:t>E02: ../sources.json（精确原件及SHA）</a:t>
            </a:r>
          </a:p>
          <a:p xmlns:a="http://schemas.openxmlformats.org/drawingml/2006/main">
            <a:r>
              <a:t>E03: ../sources.json（精确原件及SHA）</a:t>
            </a:r>
          </a:p>
          <a:p xmlns:a="http://schemas.openxmlformats.org/drawingml/2006/main">
            <a:r>
              <a:t>E04: ../sources.json（精确原件及SHA）</a:t>
            </a:r>
          </a:p>
          <a:p xmlns:a="http://schemas.openxmlformats.org/drawingml/2006/main">
            <a:r>
              <a:t>S06: ../sources.json（精确原件及SHA）</a:t>
            </a:r>
          </a:p>
          <a:p xmlns:a="http://schemas.openxmlformats.org/drawingml/2006/main">
            <a:r>
              <a:t>S35: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Ruff S规则告警不等于全部可利用漏洞，也不声称安全审计完成。</a:t>
            </a:r>
          </a:p>
          <a:p xmlns:a="http://schemas.openxmlformats.org/drawingml/2006/main">
            <a:r>
              <a:t>来源：S25: ../sources.json（精确原件及SHA）</a:t>
            </a:r>
          </a:p>
          <a:p xmlns:a="http://schemas.openxmlformats.org/drawingml/2006/main">
            <a:r>
              <a:t>S26: ../sources.json（精确原件及SHA）</a:t>
            </a:r>
          </a:p>
          <a:p xmlns:a="http://schemas.openxmlformats.org/drawingml/2006/main">
            <a:r>
              <a:t>S33: ../sources.json（精确原件及SHA）</a:t>
            </a:r>
          </a:p>
          <a:p xmlns:a="http://schemas.openxmlformats.org/drawingml/2006/main">
            <a:r>
              <a:t>S34: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可能问答和证据索引附defense.md，效果主张当前不放行。</a:t>
            </a:r>
          </a:p>
          <a:p xmlns:a="http://schemas.openxmlformats.org/drawingml/2006/main">
            <a:r>
              <a:t>来源：S01: ../sources.json（精确原件及SHA）</a:t>
            </a:r>
          </a:p>
          <a:p xmlns:a="http://schemas.openxmlformats.org/drawingml/2006/main">
            <a:r>
              <a:t>S04: ../sources.json（精确原件及SHA）</a:t>
            </a:r>
          </a:p>
          <a:p xmlns:a="http://schemas.openxmlformats.org/drawingml/2006/main">
            <a:r>
              <a:t>S32: ../sources.json（精确原件及SHA）</a:t>
            </a:r>
          </a:p>
          <a:p xmlns:a="http://schemas.openxmlformats.org/drawingml/2006/main">
            <a:r>
              <a:t>S38: ../sources.json（精确原件及SHA）</a:t>
            </a:r>
          </a:p>
          <a:p xmlns:a="http://schemas.openxmlformats.org/drawingml/2006/main">
            <a:r>
              <a:t>本页全部为可编辑文字；流程是SOURCE_SCHEMATIC_NOT_NATIVE_SCREENSHOT。效果结果缺失，不含实验柱形。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de65fbf4741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6394c929414dfa" /><Relationship Type="http://schemas.openxmlformats.org/officeDocument/2006/relationships/slideLayout" Target="/ppt/slideLayouts/slideLayout1.xml" Id="R9cf9aea673754e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f9aea673754e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a28080e2a4a0d" /><Relationship Type="http://schemas.openxmlformats.org/officeDocument/2006/relationships/notesSlide" Target="/ppt/notesSlides/notesSlide1.xml" Id="R665bd06a078848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ac97973974057" /><Relationship Type="http://schemas.openxmlformats.org/officeDocument/2006/relationships/notesSlide" Target="/ppt/notesSlides/notesSlide2.xml" Id="Rdfca8ed77f4645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120a9e657430f" /><Relationship Type="http://schemas.openxmlformats.org/officeDocument/2006/relationships/notesSlide" Target="/ppt/notesSlides/notesSlide3.xml" Id="R6f4ab27372cb48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22892bc4a45d2" /><Relationship Type="http://schemas.openxmlformats.org/officeDocument/2006/relationships/notesSlide" Target="/ppt/notesSlides/notesSlide4.xml" Id="Rc212d0840f0340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e8c417afc4dfa" /><Relationship Type="http://schemas.openxmlformats.org/officeDocument/2006/relationships/notesSlide" Target="/ppt/notesSlides/notesSlide5.xml" Id="R568c96b2bd0945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83eef46024a83" /><Relationship Type="http://schemas.openxmlformats.org/officeDocument/2006/relationships/notesSlide" Target="/ppt/notesSlides/notesSlide6.xml" Id="R6432d6c8de0943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2fd281176493f" /><Relationship Type="http://schemas.openxmlformats.org/officeDocument/2006/relationships/notesSlide" Target="/ppt/notesSlides/notesSlide7.xml" Id="R145c726ea8ab47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6b60a296943dc" /><Relationship Type="http://schemas.openxmlformats.org/officeDocument/2006/relationships/notesSlide" Target="/ppt/notesSlides/notesSlide8.xml" Id="R4ca973cb054943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8acccbbd7430e" /><Relationship Type="http://schemas.openxmlformats.org/officeDocument/2006/relationships/notesSlide" Target="/ppt/notesSlides/notesSlide9.xml" Id="R56c1d8c4240f42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a7027f6364f1a" /><Relationship Type="http://schemas.openxmlformats.org/officeDocument/2006/relationships/notesSlide" Target="/ppt/notesSlides/notesSlide10.xml" Id="R96de82242a384f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725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22E6E-FAA3-4603-8B83-583E91DF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rPr>
              <a:t>青年金融服务 · 当前功能版 / 模拟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F0610-C9AD-413C-8C34-E4103229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钱途有界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9D1A7-1F6D-476C-81E7-2A93689B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让每笔自主安排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守住用途、时间与授权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97C1A-7C19-48DA-9475-ED9E8B58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事实有来源，候选需复核，动作有边界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A521D-A64A-4AE3-AD39-10CCAF9D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529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确定性引擎计算；自然语言不产生权限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B37371-92A4-4EA5-94BA-112A952B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全量验收未完成 · 真人0 · 当前性能未测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6E9A4-7C6E-4B31-922C-98E3B534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6EFE5"/>
                </a:solidFill>
                <a:latin typeface="Microsoft YaHei"/>
                <a:ea typeface="Microsoft YaHei"/>
                <a:cs typeface="Microsoft YaHei"/>
              </a:rPr>
              <a:t>SOURCE S01 · S04 · S05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07003-B6F7-4DC8-9102-35D4662E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602272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DC982-4E44-4238-A4AF-0B8B000D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01 / 用户任务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57681-DB16-4DE5-9295-ADA9F029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账户余额不等于可安排资金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296711-CAEC-419D-AE56-05EE52DE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同一笔钱，同时承担不同截止与用途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12EEA1-0202-4118-9270-9DC15F40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房租、账单、生活准备金、应急和未来目标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229F2-9F20-4215-979A-FA6A4F4E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未到账工资不扩大今天的自主边界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28D3E-F7F3-44E3-B89B-146D6F17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Goal归属与产品本金可用时间必须分别核验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4B0C5A-0AF3-485A-BD2B-34CB38B5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S02 · S08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0C273-0DF3-4F4C-A683-3B63A7F7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2121923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52CB7-A5A0-4A7C-90EA-CA62971E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02 / 自主包络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321E4-A475-41B6-AD32-659340AD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五集合共同约束自主动作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B3BF7-57FF-4D41-845A-DA8EF748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财务安全 ∩ 用户授权 ∩ 流动性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∩ 证据充分 ∩ 支持动作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2A435-A717-4B60-8A29-8AF337D0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AUTO / ASK_ONCE / ADVISE_ONLY / BLOCKED由原引擎确定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EF7BA-82EA-4495-920F-9A9CC206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safe_idle是财务容量，不是自动权限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D7BB3-475F-4154-88A5-A45E6CEA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UNKNOWN和null保持未知；未来收入计入今日额度为0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97A82-76DF-4B2E-8631-60BBE2AA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S07 · S12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26B23-4ABA-47A8-8DA7-E2141C72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9678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F5634-6058-43BA-9F3F-94A453DD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03 / 实现机制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55235-3BE0-4E2A-B903-056EBEB3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从事实到原回执的闭环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0181D-E5F2-4A21-8684-3F30BAAA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事实 → 原策略版本 → 边界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→ 具体效果 → 银行 → 原回执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AB541-2AAE-4EDC-8BDD-FB74078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候选与明确确认分开；具体确认绑定同effect hash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57E93-1055-4EA0-A588-8FC4B816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首次银行受理重验当前源与权限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300D2-5059-4178-BA92-CEF7AA6F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UNKNOWN保原action/key，查询协调同一经济身份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3B6B3-7723-40CB-9387-BB058FEF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S10 · S21 · S22 · S23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F6DA7-8FA1-49C3-AC68-3260091A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2052170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E066D-640B-4B32-AD46-217DF1D3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04 / 当前功能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D2EA8-7411-43FB-8A5A-B36233C8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策略、目标与资产是可调用模块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06DA7-B70D-4115-B301-0D9EADF3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用途归属不因资产放置自动改变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EED35-385C-4F78-B8E1-36B5381A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不可变生命周期 / Goal双hash / 当前期联合规划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4BB03-58D4-46AE-B98F-CEF578EB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1098年度阶段点，原90日执行视图独立保留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66996-E329-428C-848F-B8FAB0AF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整组原确认与固定批；UNKNOWN后批停，原批重放不推进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32EB0-7360-43DD-B969-37E6BB9C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S10 · S13 · S16 · S17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05BA7-AA34-43FB-92D0-654532EA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3976178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E6439-2F47-48D1-A57C-01077E43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05 / 最小介入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8B7D3-438F-4158-9DAE-3B62C3FC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一次一问，回答不是授权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C9520-60F7-4AD8-BD8F-A81899D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只有当前动作语义分歧才询问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9A235-1D6B-4AD6-A20A-A6A65896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最多128世界完整枚举，缺源世界保留分母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6AB67-4021-460B-96E1-D80A9479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持久revision与exact by-key原receipt恢复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8E0F06-72E2-44CF-B1BD-C4686D8A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observe / deliver / ACK / answer / financial confirm各自独立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7B544-6EC9-4BAC-BEBF-CD77F317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S18 · S19 · S20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90490-2CFF-4C75-9312-9AB10229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797411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C40A5-1C67-44B2-A200-9A4A3078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06 / 演示计划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E85B6-98B1-4DD0-881D-AB1DAB2D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三条黄金链与四分钟镜头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B942F-A59C-430D-ADAF-B18FA0E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A 工资安排　B NL目标修改确认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C 消费收缩与无损/有损恢复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A7E8D-57E4-4EEA-8E70-B45A5DB8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主片计划240秒，当前仍NOT_RECORDED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1D0E7-8771-44EE-A97A-881AB53D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B必须真实原话→修订→首次ACTIVE→后续新增收入分配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0B9A6-76AE-4E33-9720-7DF64E63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历史三轮素材只历史；最终当前离线三链待取得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06D9F0-FEE6-40E9-864F-90ECE48C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S27 · S03 · S04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73924-01C4-41E3-AF1A-8026208D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9931472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6963D-99C9-457C-8078-B9058612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07 / 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C0206-4591-4473-BFFA-CA818E02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已有实证与缺失结果一起展示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AC717-72F6-4ACD-B8E8-1AD97073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定向链路通过 ≠ 产品效果证明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232D3-07A1-4D04-A45F-68F6B5AB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固定付款原AUTO/ASK：真实2节点通过，相关scope稳定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11D04-BB73-42D1-8A2A-E8177498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旧整组资产：诊断通过但相关source改变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0462C-B25C-4675-9C05-DDB72452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初版24×5；FULL50族×7机制 / 八消融 / 真人 / 当前性能：待实验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1DE49-41B9-4503-8897-D00B457E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E01 · E02 · E03 · E04 · S06 · S35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4D18D-6AE3-483D-996B-67E3D45C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8748956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2A48E-3674-4CC3-AA2A-6802EFDC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08 / 安全与限制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27E45-CB50-4D9A-A167-C0A2D043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可信的边界与具体失败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4EB5A-C543-4C58-BBF6-00C8F7E9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模拟资金，明确未知，保留原件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D2236-BB49-427C-BCD7-6B086399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本地USER签名会话不是真人KYC或金融确认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639E5-AA0E-4066-8561-89B8FDDC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原bank已SETTLED而app无receipt，仍保原键协调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90030B-6504-4B7C-AC2E-1B5CD62E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原安全扫描106项告警；全量/渗透/手机实测均未完成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C5234A-6151-48AE-A6F4-5EDF1736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S25 · S26 · S33 · S34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314A4-25B0-43EA-AAA6-86824E0A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804723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AAA0B-E744-41D9-B3A4-BCF5A1AD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09 /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A0FEC-4ACC-4173-A53C-02834DFC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以可复核试点验证工行价值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5B7D9-B8ED-49B3-AA6B-EE1EA190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先验证理解、介入与复核成本</a:t>
            </a:r>
          </a:p>
          <a:p xmlns:a="http://schemas.openxmlformats.org/drawingml/2006/main">
            <a:pPr>
              <a:def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352F"/>
                </a:solidFill>
                <a:latin typeface="Microsoft YaHei"/>
                <a:ea typeface="Microsoft YaHei"/>
                <a:cs typeface="Microsoft YaHei"/>
              </a:rPr>
              <a:t>再评估真实业务准入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95633-4F49-49F4-AA00-002B0CEF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同体系闭环为业务假设，无合作或真实收益证据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C5CCA-B18C-4DD2-A786-97DFE2A0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最终两版软件验收 + 冻结实验 + 真人研究 + 当前录屏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50B185-75CE-4770-A473-1927966F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正式21/92；FULL项PENDING；材料结构成品不充内容验收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57318-818A-41ED-99F2-9EEF32A5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57925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66D66"/>
                </a:solidFill>
                <a:latin typeface="Microsoft YaHei"/>
                <a:ea typeface="Microsoft YaHei"/>
                <a:cs typeface="Microsoft YaHei"/>
              </a:rPr>
              <a:t>SOURCE S01 · S04 · S32 · S38  |  全部模拟 · WORKING / NOT ACCEPTANCE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11413-0584-4842-BB4D-B25DFE7D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257925"/>
            <a:ext cx="904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3725A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13596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2026-10-06T00:40:56.8370000Z</dcterms:created>
  <dcterms:modified xsi:type="dcterms:W3CDTF">2026-10-06T00:40:56.8370000Z</dcterms:modified>
</coreProperties>
</file>