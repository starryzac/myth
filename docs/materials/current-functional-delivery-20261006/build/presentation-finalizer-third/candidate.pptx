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5624d934084026" /><Relationship Type="http://schemas.openxmlformats.org/officeDocument/2006/relationships/extended-properties" Target="/docProps/app.xml" Id="R8053715508a445fe" /><Relationship Type="http://schemas.openxmlformats.org/officeDocument/2006/relationships/officeDocument" Target="/ppt/presentation.xml" Id="Rfee4192f5c944b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4bddfc22d54d30"/>
  </p:sldMasterIdLst>
  <p:notesMasterIdLst>
    <p:notesMasterId xmlns:r="http://schemas.openxmlformats.org/officeDocument/2006/relationships" r:id="R2218c30e3ba34b3b"/>
  </p:notesMasterIdLst>
  <p:sldIdLst>
    <p:sldId xmlns:r="http://schemas.openxmlformats.org/officeDocument/2006/relationships" id="256" r:id="R2c4b85dc863d42ca"/>
    <p:sldId xmlns:r="http://schemas.openxmlformats.org/officeDocument/2006/relationships" id="257" r:id="R576513f186d8471b"/>
    <p:sldId xmlns:r="http://schemas.openxmlformats.org/officeDocument/2006/relationships" id="258" r:id="R5fd1740059d142d9"/>
    <p:sldId xmlns:r="http://schemas.openxmlformats.org/officeDocument/2006/relationships" id="259" r:id="R64270968dba3412f"/>
    <p:sldId xmlns:r="http://schemas.openxmlformats.org/officeDocument/2006/relationships" id="260" r:id="Raed3d2be45b34040"/>
    <p:sldId xmlns:r="http://schemas.openxmlformats.org/officeDocument/2006/relationships" id="261" r:id="Rc29014170da743bf"/>
    <p:sldId xmlns:r="http://schemas.openxmlformats.org/officeDocument/2006/relationships" id="262" r:id="R9b5e43dfc9f14e7e"/>
    <p:sldId xmlns:r="http://schemas.openxmlformats.org/officeDocument/2006/relationships" id="263" r:id="Rb65f588e289945d5"/>
    <p:sldId xmlns:r="http://schemas.openxmlformats.org/officeDocument/2006/relationships" id="264" r:id="Rb29aa44bdbd34c4d"/>
    <p:sldId xmlns:r="http://schemas.openxmlformats.org/officeDocument/2006/relationships" id="265" r:id="R69a128e818f14c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70b4c6c1f04209" /><Relationship Type="http://schemas.openxmlformats.org/officeDocument/2006/relationships/slideMaster" Target="/ppt/slideMasters/slideMaster1.xml" Id="R5d4bddfc22d54d30" /><Relationship Type="http://schemas.openxmlformats.org/officeDocument/2006/relationships/notesMaster" Target="/ppt/notesMasters/notesMaster1.xml" Id="R2218c30e3ba34b3b" /><Relationship Type="http://schemas.openxmlformats.org/officeDocument/2006/relationships/presProps" Target="/ppt/presProps.xml" Id="R289cb6386fd6469d" /><Relationship Type="http://schemas.openxmlformats.org/officeDocument/2006/relationships/tableStyles" Target="/ppt/tableStyles.xml" Id="R2287c30cd52f49ad" /><Relationship Type="http://schemas.openxmlformats.org/officeDocument/2006/relationships/slide" Target="/ppt/slides/slide1.xml" Id="R2c4b85dc863d42ca" /><Relationship Type="http://schemas.openxmlformats.org/officeDocument/2006/relationships/slide" Target="/ppt/slides/slide2.xml" Id="R576513f186d8471b" /><Relationship Type="http://schemas.openxmlformats.org/officeDocument/2006/relationships/slide" Target="/ppt/slides/slide3.xml" Id="R5fd1740059d142d9" /><Relationship Type="http://schemas.openxmlformats.org/officeDocument/2006/relationships/slide" Target="/ppt/slides/slide4.xml" Id="R64270968dba3412f" /><Relationship Type="http://schemas.openxmlformats.org/officeDocument/2006/relationships/slide" Target="/ppt/slides/slide5.xml" Id="Raed3d2be45b34040" /><Relationship Type="http://schemas.openxmlformats.org/officeDocument/2006/relationships/slide" Target="/ppt/slides/slide6.xml" Id="Rc29014170da743bf" /><Relationship Type="http://schemas.openxmlformats.org/officeDocument/2006/relationships/slide" Target="/ppt/slides/slide7.xml" Id="R9b5e43dfc9f14e7e" /><Relationship Type="http://schemas.openxmlformats.org/officeDocument/2006/relationships/slide" Target="/ppt/slides/slide8.xml" Id="Rb65f588e289945d5" /><Relationship Type="http://schemas.openxmlformats.org/officeDocument/2006/relationships/slide" Target="/ppt/slides/slide9.xml" Id="Rb29aa44bdbd34c4d" /><Relationship Type="http://schemas.openxmlformats.org/officeDocument/2006/relationships/slide" Target="/ppt/slides/slide10.xml" Id="R69a128e818f14c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9a5ccc6a0443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9c899535574e22" /><Relationship Type="http://schemas.openxmlformats.org/officeDocument/2006/relationships/notesMaster" Target="/ppt/notesMasters/notesMaster1.xml" Id="R87cd10d88ea34b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a18844ca114c35" /><Relationship Type="http://schemas.openxmlformats.org/officeDocument/2006/relationships/notesMaster" Target="/ppt/notesMasters/notesMaster1.xml" Id="Rd876e5be7ace4f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0b70ccac1945f8" /><Relationship Type="http://schemas.openxmlformats.org/officeDocument/2006/relationships/notesMaster" Target="/ppt/notesMasters/notesMaster1.xml" Id="R9aacd3bdd5c042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e41654da3d4655" /><Relationship Type="http://schemas.openxmlformats.org/officeDocument/2006/relationships/notesMaster" Target="/ppt/notesMasters/notesMaster1.xml" Id="Red5d3d6df3df4d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ec1a134be14ec9" /><Relationship Type="http://schemas.openxmlformats.org/officeDocument/2006/relationships/notesMaster" Target="/ppt/notesMasters/notesMaster1.xml" Id="R3d89d12ce08e41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57b711380f4dbc" /><Relationship Type="http://schemas.openxmlformats.org/officeDocument/2006/relationships/notesMaster" Target="/ppt/notesMasters/notesMaster1.xml" Id="R9f14c46106c14e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a3b0630af84dc6" /><Relationship Type="http://schemas.openxmlformats.org/officeDocument/2006/relationships/notesMaster" Target="/ppt/notesMasters/notesMaster1.xml" Id="R7e0d751ab28d48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262c585dae4bed" /><Relationship Type="http://schemas.openxmlformats.org/officeDocument/2006/relationships/notesMaster" Target="/ppt/notesMasters/notesMaster1.xml" Id="Rcdc8d2f05b654a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d1502264154e55" /><Relationship Type="http://schemas.openxmlformats.org/officeDocument/2006/relationships/notesMaster" Target="/ppt/notesMasters/notesMaster1.xml" Id="Rdddf36f9bc1b4c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f1f89da5e64c0d" /><Relationship Type="http://schemas.openxmlformats.org/officeDocument/2006/relationships/notesMaster" Target="/ppt/notesMasters/notesMaster1.xml" Id="Ra13f823eab5d48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介绍当前功能交付，不声称正式产品完成或银行合作。</a:t>
            </a:r>
          </a:p>
          <a:p xmlns:a="http://schemas.openxmlformats.org/drawingml/2006/main">
            <a:r>
              <a:t>来源：S01: ../sources.json（精确原件及SHA）</a:t>
            </a:r>
          </a:p>
          <a:p xmlns:a="http://schemas.openxmlformats.org/drawingml/2006/main">
            <a:r>
              <a:t>S04: ../sources.json（精确原件及SHA）</a:t>
            </a:r>
          </a:p>
          <a:p xmlns:a="http://schemas.openxmlformats.org/drawingml/2006/main">
            <a:r>
              <a:t>S05: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需求来自产品设计；没有真人痛点比例或市场数据。</a:t>
            </a:r>
          </a:p>
          <a:p xmlns:a="http://schemas.openxmlformats.org/drawingml/2006/main">
            <a:r>
              <a:t>来源：S01: ../sources.json（精确原件及SHA）</a:t>
            </a:r>
          </a:p>
          <a:p xmlns:a="http://schemas.openxmlformats.org/drawingml/2006/main">
            <a:r>
              <a:t>S02: ../sources.json（精确原件及SHA）</a:t>
            </a:r>
          </a:p>
          <a:p xmlns:a="http://schemas.openxmlformats.org/drawingml/2006/main">
            <a:r>
              <a:t>S08: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公式为设计定义。未对全部现实场景给安全保证，不称性能或效果结果。</a:t>
            </a:r>
          </a:p>
          <a:p xmlns:a="http://schemas.openxmlformats.org/drawingml/2006/main">
            <a:r>
              <a:t>来源：S01: ../sources.json（精确原件及SHA）</a:t>
            </a:r>
          </a:p>
          <a:p xmlns:a="http://schemas.openxmlformats.org/drawingml/2006/main">
            <a:r>
              <a:t>S07: ../sources.json（精确原件及SHA）</a:t>
            </a:r>
          </a:p>
          <a:p xmlns:a="http://schemas.openxmlformats.org/drawingml/2006/main">
            <a:r>
              <a:t>S12: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此流程是SOURCE_SCHEMATIC，不是原生截图。银行/app状态分层，不以HTTP200充结算。</a:t>
            </a:r>
          </a:p>
          <a:p xmlns:a="http://schemas.openxmlformats.org/drawingml/2006/main">
            <a:r>
              <a:t>来源：S10: ../sources.json（精确原件及SHA）</a:t>
            </a:r>
          </a:p>
          <a:p xmlns:a="http://schemas.openxmlformats.org/drawingml/2006/main">
            <a:r>
              <a:t>S21: ../sources.json（精确原件及SHA）</a:t>
            </a:r>
          </a:p>
          <a:p xmlns:a="http://schemas.openxmlformats.org/drawingml/2006/main">
            <a:r>
              <a:t>S22: ../sources.json（精确原件及SHA）</a:t>
            </a:r>
          </a:p>
          <a:p xmlns:a="http://schemas.openxmlformats.org/drawingml/2006/main">
            <a:r>
              <a:t>S23: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1098=366日期×3阶段，绝不是天数。未证明全局多期最优/全部期限可买。</a:t>
            </a:r>
          </a:p>
          <a:p xmlns:a="http://schemas.openxmlformats.org/drawingml/2006/main">
            <a:r>
              <a:t>来源：S10: ../sources.json（精确原件及SHA）</a:t>
            </a:r>
          </a:p>
          <a:p xmlns:a="http://schemas.openxmlformats.org/drawingml/2006/main">
            <a:r>
              <a:t>S13: ../sources.json（精确原件及SHA）</a:t>
            </a:r>
          </a:p>
          <a:p xmlns:a="http://schemas.openxmlformats.org/drawingml/2006/main">
            <a:r>
              <a:t>S16: ../sources.json（精确原件及SHA）</a:t>
            </a:r>
          </a:p>
          <a:p xmlns:a="http://schemas.openxmlformats.org/drawingml/2006/main">
            <a:r>
              <a:t>S17: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有限世界不是概率；当前proof与旧payload分开，legacy终态不复活。</a:t>
            </a:r>
          </a:p>
          <a:p xmlns:a="http://schemas.openxmlformats.org/drawingml/2006/main">
            <a:r>
              <a:t>来源：S18: ../sources.json（精确原件及SHA）</a:t>
            </a:r>
          </a:p>
          <a:p xmlns:a="http://schemas.openxmlformats.org/drawingml/2006/main">
            <a:r>
              <a:t>S19: ../sources.json（精确原件及SHA）</a:t>
            </a:r>
          </a:p>
          <a:p xmlns:a="http://schemas.openxmlformats.org/drawingml/2006/main">
            <a:r>
              <a:t>S20: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无假画面/假视频，不将演示模板冒NL链。对应demo-240s-script.md。</a:t>
            </a:r>
          </a:p>
          <a:p xmlns:a="http://schemas.openxmlformats.org/drawingml/2006/main">
            <a:r>
              <a:t>来源：S27: ../sources.json（精确原件及SHA）</a:t>
            </a:r>
          </a:p>
          <a:p xmlns:a="http://schemas.openxmlformats.org/drawingml/2006/main">
            <a:r>
              <a:t>S03: ../sources.json（精确原件及SHA）</a:t>
            </a:r>
          </a:p>
          <a:p xmlns:a="http://schemas.openxmlformats.org/drawingml/2006/main">
            <a:r>
              <a:t>S04: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不相加重叠测试、不写提升比例。原GLOBAL批FAILED。W0 n=1混合结果不是当前benchmark。</a:t>
            </a:r>
          </a:p>
          <a:p xmlns:a="http://schemas.openxmlformats.org/drawingml/2006/main">
            <a:r>
              <a:t>来源：E01: ../sources.json（精确原件及SHA）</a:t>
            </a:r>
          </a:p>
          <a:p xmlns:a="http://schemas.openxmlformats.org/drawingml/2006/main">
            <a:r>
              <a:t>E02: ../sources.json（精确原件及SHA）</a:t>
            </a:r>
          </a:p>
          <a:p xmlns:a="http://schemas.openxmlformats.org/drawingml/2006/main">
            <a:r>
              <a:t>E03: ../sources.json（精确原件及SHA）</a:t>
            </a:r>
          </a:p>
          <a:p xmlns:a="http://schemas.openxmlformats.org/drawingml/2006/main">
            <a:r>
              <a:t>E04: ../sources.json（精确原件及SHA）</a:t>
            </a:r>
          </a:p>
          <a:p xmlns:a="http://schemas.openxmlformats.org/drawingml/2006/main">
            <a:r>
              <a:t>S06: ../sources.json（精确原件及SHA）</a:t>
            </a:r>
          </a:p>
          <a:p xmlns:a="http://schemas.openxmlformats.org/drawingml/2006/main">
            <a:r>
              <a:t>S35: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Ruff S规则告警不等于全部可利用漏洞，也不声称安全审计完成。</a:t>
            </a:r>
          </a:p>
          <a:p xmlns:a="http://schemas.openxmlformats.org/drawingml/2006/main">
            <a:r>
              <a:t>来源：S25: ../sources.json（精确原件及SHA）</a:t>
            </a:r>
          </a:p>
          <a:p xmlns:a="http://schemas.openxmlformats.org/drawingml/2006/main">
            <a:r>
              <a:t>S26: ../sources.json（精确原件及SHA）</a:t>
            </a:r>
          </a:p>
          <a:p xmlns:a="http://schemas.openxmlformats.org/drawingml/2006/main">
            <a:r>
              <a:t>S33: ../sources.json（精确原件及SHA）</a:t>
            </a:r>
          </a:p>
          <a:p xmlns:a="http://schemas.openxmlformats.org/drawingml/2006/main">
            <a:r>
              <a:t>S34: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可能问答和证据索引附defense.md，效果主张当前不放行。</a:t>
            </a:r>
          </a:p>
          <a:p xmlns:a="http://schemas.openxmlformats.org/drawingml/2006/main">
            <a:r>
              <a:t>来源：S01: ../sources.json（精确原件及SHA）</a:t>
            </a:r>
          </a:p>
          <a:p xmlns:a="http://schemas.openxmlformats.org/drawingml/2006/main">
            <a:r>
              <a:t>S04: ../sources.json（精确原件及SHA）</a:t>
            </a:r>
          </a:p>
          <a:p xmlns:a="http://schemas.openxmlformats.org/drawingml/2006/main">
            <a:r>
              <a:t>S32: ../sources.json（精确原件及SHA）</a:t>
            </a:r>
          </a:p>
          <a:p xmlns:a="http://schemas.openxmlformats.org/drawingml/2006/main">
            <a:r>
              <a:t>S38: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8ed4b9bf1b42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7dc1270639404a" /><Relationship Type="http://schemas.openxmlformats.org/officeDocument/2006/relationships/slideLayout" Target="/ppt/slideLayouts/slideLayout1.xml" Id="Rcab3cb1976b848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b3cb1976b848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52a29a2f646fd" /><Relationship Type="http://schemas.openxmlformats.org/officeDocument/2006/relationships/notesSlide" Target="/ppt/notesSlides/notesSlide1.xml" Id="Rd3e9e101e50746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7f47d5d7440fe" /><Relationship Type="http://schemas.openxmlformats.org/officeDocument/2006/relationships/notesSlide" Target="/ppt/notesSlides/notesSlide2.xml" Id="R043864da3e3646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132c9dfe44a7e" /><Relationship Type="http://schemas.openxmlformats.org/officeDocument/2006/relationships/notesSlide" Target="/ppt/notesSlides/notesSlide3.xml" Id="Rabb5757b339a47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a44be97b94c17" /><Relationship Type="http://schemas.openxmlformats.org/officeDocument/2006/relationships/notesSlide" Target="/ppt/notesSlides/notesSlide4.xml" Id="R409b4ed4f4e44d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15b2f76c94284" /><Relationship Type="http://schemas.openxmlformats.org/officeDocument/2006/relationships/notesSlide" Target="/ppt/notesSlides/notesSlide5.xml" Id="R13a639c0539241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ab53020a54de0" /><Relationship Type="http://schemas.openxmlformats.org/officeDocument/2006/relationships/notesSlide" Target="/ppt/notesSlides/notesSlide6.xml" Id="R08658c3c4bbb4d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e9fece21c448c" /><Relationship Type="http://schemas.openxmlformats.org/officeDocument/2006/relationships/notesSlide" Target="/ppt/notesSlides/notesSlide7.xml" Id="R720c8aaeac114d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e6363a6204364" /><Relationship Type="http://schemas.openxmlformats.org/officeDocument/2006/relationships/notesSlide" Target="/ppt/notesSlides/notesSlide8.xml" Id="R1b8ae39bc59647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7afba754e4c3c" /><Relationship Type="http://schemas.openxmlformats.org/officeDocument/2006/relationships/notesSlide" Target="/ppt/notesSlides/notesSlide9.xml" Id="R4219d18f60fd4d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e59d88ba64aba" /><Relationship Type="http://schemas.openxmlformats.org/officeDocument/2006/relationships/notesSlide" Target="/ppt/notesSlides/notesSlide10.xml" Id="R4dd34d0420114d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72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0DBE8-03E1-4612-B1F3-83A03E35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6EF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EFE5"/>
                </a:solidFill>
                <a:latin typeface="Microsoft YaHei"/>
                <a:ea typeface="Microsoft YaHei"/>
                <a:cs typeface="Microsoft YaHei"/>
              </a:rPr>
              <a:t>青年金融服务 · 当前功能版 / 模拟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9037E-87A3-4005-8AB8-EF9F0D99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钱途有界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B9F63-E50C-48C0-8BD7-B208B14F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让每笔自主安排</a:t>
            </a:r>
          </a:p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守住用途、时间与授权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4D28D-A28F-4FD5-AB44-1A55340D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事实有来源，候选需复核，动作有边界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14C47-48EC-4536-A73F-1601A25F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确定性引擎计算；自然语言不产生权限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51DAB-1413-4C10-92EE-D6047D46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全量验收未完成 · 真人0 · 当前性能未测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AE093-DEF0-4F48-95AF-1A30386F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EF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EFE5"/>
                </a:solidFill>
                <a:latin typeface="Microsoft YaHei"/>
                <a:ea typeface="Microsoft YaHei"/>
                <a:cs typeface="Microsoft YaHei"/>
              </a:rPr>
              <a:t>SOURCE S01 · S04 · S05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36839-3FD1-4C3A-B69C-B7C4B7BE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13804830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30EE6-9936-4318-AB1E-F051F5B9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01 / 用户任务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1B8D0-4ADD-466E-A711-43A0CA46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账户余额不等于可安排资金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2EC8F-E3E9-4C25-84A6-2FFEBB79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同一笔钱，同时承担不同截止与用途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6915F-6242-4357-A244-708FE04B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房租、账单、生活准备金、应急和未来目标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B7420-47BB-4BBB-B93B-736547F2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未到账工资不扩大今天的自主边界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EA671-8A16-4999-9225-00F8026B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Goal归属与产品本金可用时间必须分别核验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2119A-68D1-4453-A768-FF1FCB1E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S01 · S02 · S08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A4AA9-E307-46B7-B377-4F0B07C0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1907450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8F556-C39D-44C8-9C93-03395204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02 / 自主包络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F00E9-2109-49EF-A209-58FA7ADC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五集合共同约束自主动作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D4B80-E3AF-40C0-916A-6BD29F2E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财务安全 ∩ 用户授权 ∩ 流动性</a:t>
            </a:r>
          </a:p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∩ 证据充分 ∩ 支持动作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CB9F3-3370-4A9C-8A0E-AAB2AD12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AUTO / ASK_ONCE / ADVISE_ONLY / BLOCKED由原引擎确定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61E18-05F3-434B-A737-0FF8FCEE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safe_idle是财务容量，不是自动权限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1975A-2D7C-4761-8EC0-D16EBAD9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UNKNOWN和null保持未知；未来收入计入今日额度为0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288F4-D0CE-4531-9F4D-B2343BB6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S01 · S07 · S12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114CB-43CB-4A17-B2B7-3811ADDD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16533908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5475B-D026-4E45-9288-158CF24E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03 / 实现机制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D5FD6-57F4-4B5F-99C2-68EE5728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从事实到原回执的闭环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0D1CA-E208-4884-918A-3DEB8754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事实 → 原策略版本 → 边界</a:t>
            </a:r>
          </a:p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→ 具体效果 → 银行 → 原回执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6F7D7-CC2C-4A20-BF7D-D79A3850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候选与明确确认分开；具体确认绑定同effect hash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F7F33-E543-42CE-8B3D-EFBA1788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首次银行受理重验当前源与权限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B9D3B-9F08-4F76-8838-A79FE9E3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UNKNOWN保原action/key，查询协调同一经济身份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36030-C4D7-4403-BE24-EA009AE4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S10 · S21 · S22 · S23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F41BC-D45D-4126-8049-EE56849C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7289116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27AD3-9D85-476A-9EDC-C48CCCF5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04 / 当前功能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F0570-DF85-4755-98A2-FB253F02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策略、目标与资产是可调用模块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2FE94-0585-4A22-87E9-AFBE6EEB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用途归属不因资产放置自动改变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A767A-4BAE-4CE3-BA8E-4EB5EB26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不可变生命周期 / Goal双hash / 当前期联合规划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30CBF-797A-4C5B-9D00-2E4F387E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1098年度阶段点，原90日执行视图独立保留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6C4C0-2FA1-4A9A-9BE0-BC459B40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整组原确认与固定批；UNKNOWN后批停，原批重放不推进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15EAC-30CB-43D9-B2A8-7CC6454D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S10 · S13 · S16 · S17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139E1-0A06-4CBE-AD27-BABE38F9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3212550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FE0F8-6946-455D-830E-DB7A8632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05 / 最小介入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82DD8-DA70-4D6A-A98D-A29A3165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一次一问，回答不是授权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7918B-4423-41D1-BDF1-41F17C7E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只有当前动作语义分歧才询问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B050B-145F-425F-8850-35DAF4E8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最多128世界完整枚举，缺源世界保留分母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859AE-F6CF-4BC0-85B3-82FD846A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持久revision与exact by-key原receipt恢复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1B7E9-DEA7-45F4-BBBF-60F40A6E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observe / deliver / ACK / answer / financial confirm各自独立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C9B42-450D-41BF-9D98-EA970A60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S18 · S19 · S20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FCB2C-E284-4B93-9421-0E48563D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5784206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13B40-1971-4C6D-BCB2-F4856714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06 / 演示计划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3A804-D214-4DB8-94F1-CF3DABF1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三条黄金链与四分钟镜头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1AC6E-2317-4353-9523-C20FFFCF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A 工资安排　B NL目标修改确认</a:t>
            </a:r>
          </a:p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C 消费收缩与无损/有损恢复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21B4F-8FC5-450B-89C2-B771D875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主片计划240秒，当前仍NOT_RECORDED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B8716-0CF4-419B-AAB3-B55937FF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B必须真实原话→修订→首次ACTIVE→后续新增收入分配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4AD4A-C71A-47BA-ACA4-FABBEC5F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历史三轮素材只历史；最终当前离线三链待取得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CB4B0-92F4-4BC4-B576-E13C84F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S27 · S03 · S04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A6949-3383-44F9-9E88-9A4D4952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2835870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2E06A-3FA3-4A19-A3F2-E764C009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07 / 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1A1C8-5890-4760-A9BC-2DA20659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已有实证与缺失结果一起展示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5CBE2-C8C7-443D-8A78-700A1967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定向链路通过 ≠ 产品效果证明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1F25A-AD0B-4E0F-9A93-8CB7C624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固定付款原AUTO/ASK：真实2节点通过，相关scope稳定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7DDDC-2756-4D81-A743-258A9E02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旧整组资产：诊断通过但相关source改变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70262-6CAD-40D2-97D9-D55CA2BF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24×5 / 14指标 / 消融 / 真人研究 / 当前性能：待实验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42EAB-7545-4EDB-8659-EEAD81BD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E01 · E02 · E03 · E04 · S06 · S35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86092-8DF8-4D8A-8BD8-070425BD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2259680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83765-18CD-4DCE-8E7A-212058BE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08 / 安全与限制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0957E-9375-4A7A-8665-9F5C5EB6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可信的边界与具体失败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53528-4EB8-4E16-8AB0-91A3052D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模拟资金，明确未知，保留原件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B6403-4DFA-43A3-86C5-711B592E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本地USER签名会话不是真人KYC或金融确认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66E13-C437-4E66-AA5B-44A7C615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原bank已SETTLED而app无receipt，仍保原键协调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986A9-0AA0-4056-8711-56F4E799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安全扫描有106项告警；全量/渗透/手机实测均未完成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B2772-74BA-4606-AA49-3CFE2187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S25 · S26 · S33 · S34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A79D3-939F-4706-982A-17BBDFBE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2211784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7E365-9711-40BD-9954-3B6B8EE9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09 /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95AD8-76A2-4CAA-A1D2-BDB039C9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以可复核试点验证工行价值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74BAC-1A05-4057-A916-2C09BD5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先验证理解、介入与复核成本</a:t>
            </a:r>
          </a:p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再评估真实业务准入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3AEEA-A494-4641-ABCB-86733352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同体系闭环为业务假设，无合作或真实收益证据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C3366-D671-4AE0-B0AA-66B91B40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最终两版软件验收 + 冻结实验 + 真人研究 + 当前录屏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C3A5F-B215-4114-9A84-7CCFB38C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正式21/92；FULL项PENDING；材料结构成品不充内容验收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55713-9CE7-4F69-BAE9-E73A330A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S01 · S04 · S32 · S38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00B55-4542-4772-A8F5-11731F9D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2108784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2026-10-06T00:36:15.8560000Z</dcterms:created>
  <dcterms:modified xsi:type="dcterms:W3CDTF">2026-10-06T00:36:15.8560000Z</dcterms:modified>
</coreProperties>
</file>