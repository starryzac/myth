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a370aa93fa43a8" /><Relationship Type="http://schemas.openxmlformats.org/officeDocument/2006/relationships/extended-properties" Target="/docProps/app.xml" Id="R82e89e8ec0814669" /><Relationship Type="http://schemas.openxmlformats.org/officeDocument/2006/relationships/officeDocument" Target="/ppt/presentation.xml" Id="R7e16cd4cbc2146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4d964d24846d5"/>
  </p:sldMasterIdLst>
  <p:notesMasterIdLst>
    <p:notesMasterId xmlns:r="http://schemas.openxmlformats.org/officeDocument/2006/relationships" r:id="R7a3642885fe944e8"/>
  </p:notesMasterIdLst>
  <p:sldIdLst>
    <p:sldId xmlns:r="http://schemas.openxmlformats.org/officeDocument/2006/relationships" id="256" r:id="R8a7f075f8ad54540"/>
    <p:sldId xmlns:r="http://schemas.openxmlformats.org/officeDocument/2006/relationships" id="257" r:id="R128754e81d07482e"/>
    <p:sldId xmlns:r="http://schemas.openxmlformats.org/officeDocument/2006/relationships" id="258" r:id="Ra29b6c462b534034"/>
    <p:sldId xmlns:r="http://schemas.openxmlformats.org/officeDocument/2006/relationships" id="259" r:id="Ra4c338cbb9b0447d"/>
    <p:sldId xmlns:r="http://schemas.openxmlformats.org/officeDocument/2006/relationships" id="260" r:id="Redaf7a1860514198"/>
    <p:sldId xmlns:r="http://schemas.openxmlformats.org/officeDocument/2006/relationships" id="261" r:id="Rc45693d222124b11"/>
    <p:sldId xmlns:r="http://schemas.openxmlformats.org/officeDocument/2006/relationships" id="262" r:id="R828e042c4cb8409a"/>
    <p:sldId xmlns:r="http://schemas.openxmlformats.org/officeDocument/2006/relationships" id="263" r:id="R00867fe7cb844f74"/>
    <p:sldId xmlns:r="http://schemas.openxmlformats.org/officeDocument/2006/relationships" id="264" r:id="R8ca840f073c34248"/>
    <p:sldId xmlns:r="http://schemas.openxmlformats.org/officeDocument/2006/relationships" id="265" r:id="R44bc61291c5944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b395862284afc" /><Relationship Type="http://schemas.openxmlformats.org/officeDocument/2006/relationships/slideMaster" Target="/ppt/slideMasters/slideMaster1.xml" Id="R7034d964d24846d5" /><Relationship Type="http://schemas.openxmlformats.org/officeDocument/2006/relationships/notesMaster" Target="/ppt/notesMasters/notesMaster1.xml" Id="R7a3642885fe944e8" /><Relationship Type="http://schemas.openxmlformats.org/officeDocument/2006/relationships/presProps" Target="/ppt/presProps.xml" Id="R0a196f5898a64bc1" /><Relationship Type="http://schemas.openxmlformats.org/officeDocument/2006/relationships/tableStyles" Target="/ppt/tableStyles.xml" Id="Rcf9f87726c0747df" /><Relationship Type="http://schemas.openxmlformats.org/officeDocument/2006/relationships/slide" Target="/ppt/slides/slide1.xml" Id="R8a7f075f8ad54540" /><Relationship Type="http://schemas.openxmlformats.org/officeDocument/2006/relationships/slide" Target="/ppt/slides/slide2.xml" Id="R128754e81d07482e" /><Relationship Type="http://schemas.openxmlformats.org/officeDocument/2006/relationships/slide" Target="/ppt/slides/slide3.xml" Id="Ra29b6c462b534034" /><Relationship Type="http://schemas.openxmlformats.org/officeDocument/2006/relationships/slide" Target="/ppt/slides/slide4.xml" Id="Ra4c338cbb9b0447d" /><Relationship Type="http://schemas.openxmlformats.org/officeDocument/2006/relationships/slide" Target="/ppt/slides/slide5.xml" Id="Redaf7a1860514198" /><Relationship Type="http://schemas.openxmlformats.org/officeDocument/2006/relationships/slide" Target="/ppt/slides/slide6.xml" Id="Rc45693d222124b11" /><Relationship Type="http://schemas.openxmlformats.org/officeDocument/2006/relationships/slide" Target="/ppt/slides/slide7.xml" Id="R828e042c4cb8409a" /><Relationship Type="http://schemas.openxmlformats.org/officeDocument/2006/relationships/slide" Target="/ppt/slides/slide8.xml" Id="R00867fe7cb844f74" /><Relationship Type="http://schemas.openxmlformats.org/officeDocument/2006/relationships/slide" Target="/ppt/slides/slide9.xml" Id="R8ca840f073c34248" /><Relationship Type="http://schemas.openxmlformats.org/officeDocument/2006/relationships/slide" Target="/ppt/slides/slide10.xml" Id="R44bc61291c5944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f1f9c4195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491753baa343f6" /><Relationship Type="http://schemas.openxmlformats.org/officeDocument/2006/relationships/notesMaster" Target="/ppt/notesMasters/notesMaster1.xml" Id="Rfc1a76cd592f4a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ecd0765e3b4c67" /><Relationship Type="http://schemas.openxmlformats.org/officeDocument/2006/relationships/notesMaster" Target="/ppt/notesMasters/notesMaster1.xml" Id="R3649dbb43f904f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9fc7c8a4f4bbb" /><Relationship Type="http://schemas.openxmlformats.org/officeDocument/2006/relationships/notesMaster" Target="/ppt/notesMasters/notesMaster1.xml" Id="R24e01cbcdf4c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239aaba17a42bb" /><Relationship Type="http://schemas.openxmlformats.org/officeDocument/2006/relationships/notesMaster" Target="/ppt/notesMasters/notesMaster1.xml" Id="R8564ea21f49342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6ddda1df5240b0" /><Relationship Type="http://schemas.openxmlformats.org/officeDocument/2006/relationships/notesMaster" Target="/ppt/notesMasters/notesMaster1.xml" Id="R7c57ecf50044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6448ebd90e4eef" /><Relationship Type="http://schemas.openxmlformats.org/officeDocument/2006/relationships/notesMaster" Target="/ppt/notesMasters/notesMaster1.xml" Id="Re89464d6e2854c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c1a1fa6d014c6a" /><Relationship Type="http://schemas.openxmlformats.org/officeDocument/2006/relationships/notesMaster" Target="/ppt/notesMasters/notesMaster1.xml" Id="R9722d802031e46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fb14fc04174576" /><Relationship Type="http://schemas.openxmlformats.org/officeDocument/2006/relationships/notesMaster" Target="/ppt/notesMasters/notesMaster1.xml" Id="R219751bd8d6b4b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14e4207f594e21" /><Relationship Type="http://schemas.openxmlformats.org/officeDocument/2006/relationships/notesMaster" Target="/ppt/notesMasters/notesMaster1.xml" Id="Re3f177e050a740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d51b862b414c33" /><Relationship Type="http://schemas.openxmlformats.org/officeDocument/2006/relationships/notesMaster" Target="/ppt/notesMasters/notesMaster1.xml" Id="R254292664b5d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介绍当前功能交付，不声称正式产品完成或银行合作。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S05: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需求来自产品设计；没有真人痛点比例或市场数据。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S02: ../sources.json（精确原件及SHA）</a:t>
            </a:r>
          </a:p>
          <a:p xmlns:a="http://schemas.openxmlformats.org/drawingml/2006/main">
            <a:r>
              <a:t>S08: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公式为设计定义。未对全部现实场景给安全保证，不称性能或效果结果。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S07: ../sources.json（精确原件及SHA）</a:t>
            </a:r>
          </a:p>
          <a:p xmlns:a="http://schemas.openxmlformats.org/drawingml/2006/main">
            <a:r>
              <a:t>S12: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此流程是SOURCE_SCHEMATIC，不是原生截图。银行/app状态分层，不以HTTP200充结算。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S21: ../sources.json（精确原件及SHA）</a:t>
            </a:r>
          </a:p>
          <a:p xmlns:a="http://schemas.openxmlformats.org/drawingml/2006/main">
            <a:r>
              <a:t>S22: ../sources.json（精确原件及SHA）</a:t>
            </a:r>
          </a:p>
          <a:p xmlns:a="http://schemas.openxmlformats.org/drawingml/2006/main">
            <a:r>
              <a:t>S23: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1098=366日期×3阶段，绝不是天数。未证明全局多期最优/全部期限可买。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S13: ../sources.json（精确原件及SHA）</a:t>
            </a:r>
          </a:p>
          <a:p xmlns:a="http://schemas.openxmlformats.org/drawingml/2006/main">
            <a:r>
              <a:t>S16: ../sources.json（精确原件及SHA）</a:t>
            </a:r>
          </a:p>
          <a:p xmlns:a="http://schemas.openxmlformats.org/drawingml/2006/main">
            <a:r>
              <a:t>S17: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有限世界不是概率；当前proof与旧payload分开，legacy终态不复活。</a:t>
            </a:r>
          </a:p>
          <a:p xmlns:a="http://schemas.openxmlformats.org/drawingml/2006/main">
            <a:r>
              <a:t>来源：S18: ../sources.json（精确原件及SHA）</a:t>
            </a:r>
          </a:p>
          <a:p xmlns:a="http://schemas.openxmlformats.org/drawingml/2006/main">
            <a:r>
              <a:t>S19: ../sources.json（精确原件及SHA）</a:t>
            </a:r>
          </a:p>
          <a:p xmlns:a="http://schemas.openxmlformats.org/drawingml/2006/main">
            <a:r>
              <a:t>S20: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无假画面/假视频，不将演示模板冒NL链。对应demo-240s-script.md。</a:t>
            </a:r>
          </a:p>
          <a:p xmlns:a="http://schemas.openxmlformats.org/drawingml/2006/main">
            <a:r>
              <a:t>来源：S27: ../sources.json（精确原件及SHA）</a:t>
            </a:r>
          </a:p>
          <a:p xmlns:a="http://schemas.openxmlformats.org/drawingml/2006/main">
            <a:r>
              <a:t>S03: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不相加重叠测试、不写提升比例。原GLOBAL批FAILED。W0 n=1混合结果不是当前benchmark。</a:t>
            </a:r>
          </a:p>
          <a:p xmlns:a="http://schemas.openxmlformats.org/drawingml/2006/main">
            <a:r>
              <a:t>来源：E01: ../sources.json（精确原件及SHA）</a:t>
            </a:r>
          </a:p>
          <a:p xmlns:a="http://schemas.openxmlformats.org/drawingml/2006/main">
            <a:r>
              <a:t>E02: ../sources.json（精确原件及SHA）</a:t>
            </a:r>
          </a:p>
          <a:p xmlns:a="http://schemas.openxmlformats.org/drawingml/2006/main">
            <a:r>
              <a:t>E03: ../sources.json（精确原件及SHA）</a:t>
            </a:r>
          </a:p>
          <a:p xmlns:a="http://schemas.openxmlformats.org/drawingml/2006/main">
            <a:r>
              <a:t>E04: ../sources.json（精确原件及SHA）</a:t>
            </a:r>
          </a:p>
          <a:p xmlns:a="http://schemas.openxmlformats.org/drawingml/2006/main">
            <a:r>
              <a:t>S06: ../sources.json（精确原件及SHA）</a:t>
            </a:r>
          </a:p>
          <a:p xmlns:a="http://schemas.openxmlformats.org/drawingml/2006/main">
            <a:r>
              <a:t>S35: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Ruff S规则告警不等于全部可利用漏洞，也不声称安全审计完成。</a:t>
            </a:r>
          </a:p>
          <a:p xmlns:a="http://schemas.openxmlformats.org/drawingml/2006/main">
            <a:r>
              <a:t>来源：S25: ../sources.json（精确原件及SHA）</a:t>
            </a:r>
          </a:p>
          <a:p xmlns:a="http://schemas.openxmlformats.org/drawingml/2006/main">
            <a:r>
              <a:t>S26: ../sources.json（精确原件及SHA）</a:t>
            </a:r>
          </a:p>
          <a:p xmlns:a="http://schemas.openxmlformats.org/drawingml/2006/main">
            <a:r>
              <a:t>S33: ../sources.json（精确原件及SHA）</a:t>
            </a:r>
          </a:p>
          <a:p xmlns:a="http://schemas.openxmlformats.org/drawingml/2006/main">
            <a:r>
              <a:t>S34: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可能问答和证据索引附defense.md，效果主张当前不放行。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S32: ../sources.json（精确原件及SHA）</a:t>
            </a:r>
          </a:p>
          <a:p xmlns:a="http://schemas.openxmlformats.org/drawingml/2006/main">
            <a:r>
              <a:t>S38: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6a05075c647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a24a3746a4a25" /><Relationship Type="http://schemas.openxmlformats.org/officeDocument/2006/relationships/slideLayout" Target="/ppt/slideLayouts/slideLayout1.xml" Id="R3789472c43d4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9472c43d4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e252741ae4770" /><Relationship Type="http://schemas.openxmlformats.org/officeDocument/2006/relationships/notesSlide" Target="/ppt/notesSlides/notesSlide1.xml" Id="Rc5bbf5f61d804a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e68d94b37419e" /><Relationship Type="http://schemas.openxmlformats.org/officeDocument/2006/relationships/notesSlide" Target="/ppt/notesSlides/notesSlide2.xml" Id="R62b07efecaed4d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63828024f487b" /><Relationship Type="http://schemas.openxmlformats.org/officeDocument/2006/relationships/notesSlide" Target="/ppt/notesSlides/notesSlide3.xml" Id="R44ba4a8a424445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a803d9be44197" /><Relationship Type="http://schemas.openxmlformats.org/officeDocument/2006/relationships/notesSlide" Target="/ppt/notesSlides/notesSlide4.xml" Id="R5b364a84f79e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5579f08814970" /><Relationship Type="http://schemas.openxmlformats.org/officeDocument/2006/relationships/notesSlide" Target="/ppt/notesSlides/notesSlide5.xml" Id="Re9961bf7d88c4e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a1a2e603440fb" /><Relationship Type="http://schemas.openxmlformats.org/officeDocument/2006/relationships/notesSlide" Target="/ppt/notesSlides/notesSlide6.xml" Id="R6f143167fdf24c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d8bcdce95485c" /><Relationship Type="http://schemas.openxmlformats.org/officeDocument/2006/relationships/notesSlide" Target="/ppt/notesSlides/notesSlide7.xml" Id="R549d705a74f842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dfd30672245cf" /><Relationship Type="http://schemas.openxmlformats.org/officeDocument/2006/relationships/notesSlide" Target="/ppt/notesSlides/notesSlide8.xml" Id="R518c81c5b1be40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899139b294115" /><Relationship Type="http://schemas.openxmlformats.org/officeDocument/2006/relationships/notesSlide" Target="/ppt/notesSlides/notesSlide9.xml" Id="R2214458a0fc14c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a9efbcec14b65" /><Relationship Type="http://schemas.openxmlformats.org/officeDocument/2006/relationships/notesSlide" Target="/ppt/notesSlides/notesSlide10.xml" Id="Rbf7ff16c29fb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72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D8F72-5B86-4953-B79F-B10573F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青年金融服务 · 当前功能版 / 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5A7FF-89B6-4B5B-8F8B-6FCB62B3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钱途有界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68FDA-FA91-456B-8947-C1CE6048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让每笔自主安排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守住用途、时间与授权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462BD-327A-4113-A44B-B2CDE54F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事实有来源，候选需复核，动作有边界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6EBDD-EE9E-4F68-B46A-1729586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确定性引擎计算；自然语言不产生权限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6DCFB-F019-4E14-84DA-E8F70CE4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全量验收未完成 · 真人0 · 当前性能未测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A9601-F80D-47FF-873D-585BFF61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SOURCE S01 · S04 · S05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BACD4-5ACD-44BF-8AB2-C577182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911540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AD491-C47E-49B2-A60A-50B10783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01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43022-4461-4201-8E2E-2DC66052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账户余额不等于可安排资金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8E19C-58E2-4A2D-B972-97F33E6C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同一笔钱，同时承担不同截止与用途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E03F9-9905-492C-B9E2-01342AF7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房租、账单、生活准备金、应急和未来目标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C7BF6-611E-4C9C-BCEA-9FD367A4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未到账工资不扩大今天的自主边界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3EF68-F53C-4951-BF84-C8A0BD1C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Goal归属与产品本金可用时间必须分别核验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DF3F0-357B-4860-BE0C-516155F5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S02 · S08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D3AFB-D835-45E7-A35D-5E9687CB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830745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D6C78-C977-41A9-9E4A-5BAA767B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02 / 自主包络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D8203-0763-42B7-AD37-CA58D893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五集合共同约束自主动作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57105-0C27-4437-B718-888E9C2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财务安全 ∩ 用户授权 ∩ 流动性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∩ 证据充分 ∩ 支持动作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13883-63EA-4A7D-8898-FC288E2E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AUTO / ASK_ONCE / ADVISE_ONLY / BLOCKED由原引擎确定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155DC-68A2-4177-9471-84865231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safe_idle是财务容量，不是自动权限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D63F2-0CDE-452B-BCFE-22D621EE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UNKNOWN和null保持未知；未来收入计入今日额度为0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0FAD9-2120-4E38-BD16-3C74A742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S07 · S12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CA036-57C5-47C7-A935-3C378696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824368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7A0DC-6BDA-43D4-B88B-5E49C59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03 / 实现机制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21512-F698-4F4F-BC7C-C4E2C0A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从事实到原回执的闭环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31663-419B-4746-AD3C-9357C49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事实 → 原策略版本 → 边界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→ 具体效果 → 银行 → 原回执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9809D-CD7F-490A-992F-3611661F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候选与明确确认分开；具体确认绑定同effect hash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F28FF-5C8F-4D30-860C-807F90D9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首次银行受理重验当前源与权限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0C859-C672-490C-AA5D-9B04743A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UNKNOWN保原action/key，查询协调同一经济身份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FCD94-6CE9-4D0A-AC21-D906394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S21 · S22 · S23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23436-7959-4913-BE5A-7B70A38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742453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561A4-F0C0-4B56-B68A-6F94539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04 / 当前功能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8573C-3AB6-45ED-9D25-070073FC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策略、目标与资产是可调用模块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915D3-F6AE-4DBA-BA92-3DB0FA6C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用途归属不因资产放置自动改变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EC7A0-A15F-494A-8C59-1E28241C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不可变生命周期 / Goal双hash / 当前期联合规划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B6DB0-2719-481B-91CF-29E038C7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1098年度阶段点，原90日执行视图独立保留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564A0-7A1D-47F8-9F39-B2429CDC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整组原确认与固定批；UNKNOWN后批停，原批重放不推进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1032E-0064-4157-ABF6-3EEEEF56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S13 · S16 · S17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1ACA7-5312-49C5-B7D7-AD61BD6A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148474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CA660-DD81-48AA-A651-AE4CDFB0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05 / 最小介入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6CCFF-79E6-41D4-8349-7928C7E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一次一问，回答不是授权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53E1C-1757-47EB-B52B-AF29CE4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只有当前动作语义分歧才询问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3B7E0-5268-42D7-BC2B-20517DED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最多128世界完整枚举，缺源世界保留分母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50757-3FA7-4BC8-9187-47958CF2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持久revision与exact by-key原receipt恢复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4888F-2D84-4931-A73B-E260BDFC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observe / deliver / ACK / answer / financial confirm各自独立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C08DA-D1A6-4037-BCD6-87DAB7EE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S18 · S19 · S20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1EDC5-EB99-4555-8499-3428CF17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372535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9A771-55A1-4F17-9041-47913F4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06 / 演示计划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03148-207D-4772-8182-0D1A2F21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三条黄金链与四分钟镜头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D4211-242E-490B-B7D2-406D6DB6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A 工资安排　B NL目标修改确认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C 消费收缩与无损/有损恢复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AC178-75D0-49F4-8278-E297885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主片计划240秒，当前仍NOT_RECORDED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A2BDF-9717-4E32-B67B-1A4ED7D1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B必须真实原话→修订→首次ACTIVE→后续新增收入分配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41413-ADA3-4C09-8000-1094E4F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历史三轮素材只历史；最终当前离线三链待取得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47295-483B-4F41-AB0D-48DB9D6D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S27 · S03 · S04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E6110-085A-46AE-B089-D9227384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544163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826B5-F428-486A-9A46-8E77CE5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07 / 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66E65-24BE-4C74-A278-94D7F1F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已有实证与缺失结果一起展示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BBB80-ECA8-4277-84E1-F1A0A471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定向链路通过 ≠ 产品效果证明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6B66B-03F0-455C-8A0C-FDC427CE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固定付款原AUTO/ASK：真实2节点通过，相关scope稳定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C30EA-20AB-4247-85E3-98880F4A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旧整组资产：诊断通过但相关source改变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89EBF-AA84-4D48-BA46-799F8DFD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24×5 / 14指标 / 消融 / 真人研究 / 当前性能：待实验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9BA11-600A-4F17-AB0B-FEC6DD2A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E01 · E02 · E03 · E04 · S06 · S35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52F6C-C29F-455E-8CED-A58B83B5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500370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CB727-D848-4591-9F72-C68719A8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08 / 安全与限制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7DED6-53A6-445A-BFD0-3E10CB5B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可信的边界与具体失败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13414-D50A-4785-B1FB-5A5687E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模拟资金，明确未知，保留原件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8DB4F-0807-4810-AC36-8443BACA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本地USER签名会话不是真人KYC或金融确认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F98DC-C871-49A3-ADDD-E787926E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原bank已SETTLED而app无receipt，仍保原键协调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E451A-136E-4941-AB09-82D05E61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安全扫描有106项告警；全量/渗透/手机实测均未完成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319E8-08E4-4910-925B-C644B5F4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S25 · S26 · S33 · S34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65A1A-ED4E-4A1D-81E2-61D4532D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037351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45BA0-4E0E-4334-9BEA-7DF0395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09 /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13DE2-9DF9-42D8-8A88-B7F88826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以可复核试点验证工行价值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EC179-5822-4C38-B3C6-5FADC1C4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先验证理解、介入与复核成本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再评估真实业务准入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C2DC2-650E-452D-AB8D-FF3F1DF9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同体系闭环为业务假设，无合作或真实收益证据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51591-7456-465E-AC24-E83A070F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最终两版软件验收 + 冻结实验 + 真人研究 + 当前录屏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2B20D-F1D7-439F-A71E-B1EECC37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正式21/92；FULL项PENDING；材料结构成品不充内容验收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2C718-360E-4B22-9BC1-4B98D42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S04 · S32 · S38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2E9AC-6112-4721-9A98-4F923529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183123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2026-10-06T00:33:52.4150000Z</dcterms:created>
  <dcterms:modified xsi:type="dcterms:W3CDTF">2026-10-06T00:33:52.4150000Z</dcterms:modified>
</coreProperties>
</file>