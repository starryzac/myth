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7f0d789a154a6d" /><Relationship Type="http://schemas.openxmlformats.org/officeDocument/2006/relationships/extended-properties" Target="/docProps/app.xml" Id="Ref75dff696484e2e" /><Relationship Type="http://schemas.openxmlformats.org/officeDocument/2006/relationships/officeDocument" Target="/ppt/presentation.xml" Id="R085efb58f0ea4e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5b680427a146c6"/>
  </p:sldMasterIdLst>
  <p:notesMasterIdLst>
    <p:notesMasterId xmlns:r="http://schemas.openxmlformats.org/officeDocument/2006/relationships" r:id="R996268cef51145c8"/>
  </p:notesMasterIdLst>
  <p:sldIdLst>
    <p:sldId xmlns:r="http://schemas.openxmlformats.org/officeDocument/2006/relationships" id="256" r:id="R4b7a5d6fdd5a491d"/>
    <p:sldId xmlns:r="http://schemas.openxmlformats.org/officeDocument/2006/relationships" id="257" r:id="R5fba6c70bda74a3c"/>
    <p:sldId xmlns:r="http://schemas.openxmlformats.org/officeDocument/2006/relationships" id="258" r:id="Rcbbc3cfd4686431b"/>
    <p:sldId xmlns:r="http://schemas.openxmlformats.org/officeDocument/2006/relationships" id="259" r:id="Ra493a6b5a6164cf2"/>
    <p:sldId xmlns:r="http://schemas.openxmlformats.org/officeDocument/2006/relationships" id="260" r:id="R35cf39d46d3d49cb"/>
    <p:sldId xmlns:r="http://schemas.openxmlformats.org/officeDocument/2006/relationships" id="261" r:id="Rdd9f8567651b4c32"/>
    <p:sldId xmlns:r="http://schemas.openxmlformats.org/officeDocument/2006/relationships" id="262" r:id="Rac090d53efbb46f1"/>
    <p:sldId xmlns:r="http://schemas.openxmlformats.org/officeDocument/2006/relationships" id="263" r:id="R7dfc3626d7d84c3b"/>
    <p:sldId xmlns:r="http://schemas.openxmlformats.org/officeDocument/2006/relationships" id="264" r:id="R72fb4e826c4f41bf"/>
    <p:sldId xmlns:r="http://schemas.openxmlformats.org/officeDocument/2006/relationships" id="265" r:id="Re384d36972e742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c9f8296571499e" /><Relationship Type="http://schemas.openxmlformats.org/officeDocument/2006/relationships/slideMaster" Target="/ppt/slideMasters/slideMaster1.xml" Id="Rfa5b680427a146c6" /><Relationship Type="http://schemas.openxmlformats.org/officeDocument/2006/relationships/notesMaster" Target="/ppt/notesMasters/notesMaster1.xml" Id="R996268cef51145c8" /><Relationship Type="http://schemas.openxmlformats.org/officeDocument/2006/relationships/presProps" Target="/ppt/presProps.xml" Id="R50af09144fbe48cc" /><Relationship Type="http://schemas.openxmlformats.org/officeDocument/2006/relationships/tableStyles" Target="/ppt/tableStyles.xml" Id="R3e505929bcf0452d" /><Relationship Type="http://schemas.openxmlformats.org/officeDocument/2006/relationships/slide" Target="/ppt/slides/slide1.xml" Id="R4b7a5d6fdd5a491d" /><Relationship Type="http://schemas.openxmlformats.org/officeDocument/2006/relationships/slide" Target="/ppt/slides/slide2.xml" Id="R5fba6c70bda74a3c" /><Relationship Type="http://schemas.openxmlformats.org/officeDocument/2006/relationships/slide" Target="/ppt/slides/slide3.xml" Id="Rcbbc3cfd4686431b" /><Relationship Type="http://schemas.openxmlformats.org/officeDocument/2006/relationships/slide" Target="/ppt/slides/slide4.xml" Id="Ra493a6b5a6164cf2" /><Relationship Type="http://schemas.openxmlformats.org/officeDocument/2006/relationships/slide" Target="/ppt/slides/slide5.xml" Id="R35cf39d46d3d49cb" /><Relationship Type="http://schemas.openxmlformats.org/officeDocument/2006/relationships/slide" Target="/ppt/slides/slide6.xml" Id="Rdd9f8567651b4c32" /><Relationship Type="http://schemas.openxmlformats.org/officeDocument/2006/relationships/slide" Target="/ppt/slides/slide7.xml" Id="Rac090d53efbb46f1" /><Relationship Type="http://schemas.openxmlformats.org/officeDocument/2006/relationships/slide" Target="/ppt/slides/slide8.xml" Id="R7dfc3626d7d84c3b" /><Relationship Type="http://schemas.openxmlformats.org/officeDocument/2006/relationships/slide" Target="/ppt/slides/slide9.xml" Id="R72fb4e826c4f41bf" /><Relationship Type="http://schemas.openxmlformats.org/officeDocument/2006/relationships/slide" Target="/ppt/slides/slide10.xml" Id="Re384d36972e742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a747b4b1014c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b016f102dd4d6a" /><Relationship Type="http://schemas.openxmlformats.org/officeDocument/2006/relationships/notesMaster" Target="/ppt/notesMasters/notesMaster1.xml" Id="R139d7f2147714f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e901ac89d849f2" /><Relationship Type="http://schemas.openxmlformats.org/officeDocument/2006/relationships/notesMaster" Target="/ppt/notesMasters/notesMaster1.xml" Id="Rc7ba06ffcc1f46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fdcc48250f4765" /><Relationship Type="http://schemas.openxmlformats.org/officeDocument/2006/relationships/notesMaster" Target="/ppt/notesMasters/notesMaster1.xml" Id="Rcdac9391335849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10dd726b8a4b48" /><Relationship Type="http://schemas.openxmlformats.org/officeDocument/2006/relationships/notesMaster" Target="/ppt/notesMasters/notesMaster1.xml" Id="Rb47430a7cf4c4d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bf053496554514" /><Relationship Type="http://schemas.openxmlformats.org/officeDocument/2006/relationships/notesMaster" Target="/ppt/notesMasters/notesMaster1.xml" Id="R8818894ed55446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802e203ff44849" /><Relationship Type="http://schemas.openxmlformats.org/officeDocument/2006/relationships/notesMaster" Target="/ppt/notesMasters/notesMaster1.xml" Id="R7a0edca3482642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3d35f5bb4241c7" /><Relationship Type="http://schemas.openxmlformats.org/officeDocument/2006/relationships/notesMaster" Target="/ppt/notesMasters/notesMaster1.xml" Id="R15b62bf5106249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3adb81af6b4af4" /><Relationship Type="http://schemas.openxmlformats.org/officeDocument/2006/relationships/notesMaster" Target="/ppt/notesMasters/notesMaster1.xml" Id="Rb8ba2ff861164b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4a90247bbb4e03" /><Relationship Type="http://schemas.openxmlformats.org/officeDocument/2006/relationships/notesMaster" Target="/ppt/notesMasters/notesMaster1.xml" Id="R72866d5c656f45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e6fe0cc5e14617" /><Relationship Type="http://schemas.openxmlformats.org/officeDocument/2006/relationships/notesMaster" Target="/ppt/notesMasters/notesMaster1.xml" Id="R1997c5b59fe149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介绍当前功能交付，不声称正式产品完成或银行合作。</a:t>
            </a:r>
          </a:p>
          <a:p xmlns:a="http://schemas.openxmlformats.org/drawingml/2006/main">
            <a:r>
              <a:t>来源：S01: ../sources.json（精确原件及SHA）</a:t>
            </a:r>
          </a:p>
          <a:p xmlns:a="http://schemas.openxmlformats.org/drawingml/2006/main">
            <a:r>
              <a:t>S04: ../sources.json（精确原件及SHA）</a:t>
            </a:r>
          </a:p>
          <a:p xmlns:a="http://schemas.openxmlformats.org/drawingml/2006/main">
            <a:r>
              <a:t>S05: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需求来自产品设计；没有真人痛点比例或市场数据。</a:t>
            </a:r>
          </a:p>
          <a:p xmlns:a="http://schemas.openxmlformats.org/drawingml/2006/main">
            <a:r>
              <a:t>来源：S01: ../sources.json（精确原件及SHA）</a:t>
            </a:r>
          </a:p>
          <a:p xmlns:a="http://schemas.openxmlformats.org/drawingml/2006/main">
            <a:r>
              <a:t>S02: ../sources.json（精确原件及SHA）</a:t>
            </a:r>
          </a:p>
          <a:p xmlns:a="http://schemas.openxmlformats.org/drawingml/2006/main">
            <a:r>
              <a:t>S08: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公式为设计定义。未对全部现实场景给安全保证，不称性能或效果结果。</a:t>
            </a:r>
          </a:p>
          <a:p xmlns:a="http://schemas.openxmlformats.org/drawingml/2006/main">
            <a:r>
              <a:t>来源：S01: ../sources.json（精确原件及SHA）</a:t>
            </a:r>
          </a:p>
          <a:p xmlns:a="http://schemas.openxmlformats.org/drawingml/2006/main">
            <a:r>
              <a:t>S07: ../sources.json（精确原件及SHA）</a:t>
            </a:r>
          </a:p>
          <a:p xmlns:a="http://schemas.openxmlformats.org/drawingml/2006/main">
            <a:r>
              <a:t>S12: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此流程是SOURCE_SCHEMATIC，不是原生截图。银行/app状态分层，不以HTTP200充结算。</a:t>
            </a:r>
          </a:p>
          <a:p xmlns:a="http://schemas.openxmlformats.org/drawingml/2006/main">
            <a:r>
              <a:t>来源：S10: ../sources.json（精确原件及SHA）</a:t>
            </a:r>
          </a:p>
          <a:p xmlns:a="http://schemas.openxmlformats.org/drawingml/2006/main">
            <a:r>
              <a:t>S21: ../sources.json（精确原件及SHA）</a:t>
            </a:r>
          </a:p>
          <a:p xmlns:a="http://schemas.openxmlformats.org/drawingml/2006/main">
            <a:r>
              <a:t>S22: ../sources.json（精确原件及SHA）</a:t>
            </a:r>
          </a:p>
          <a:p xmlns:a="http://schemas.openxmlformats.org/drawingml/2006/main">
            <a:r>
              <a:t>S23: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1098=366日期×3阶段，绝不是天数。未证明全局多期最优/全部期限可买。</a:t>
            </a:r>
          </a:p>
          <a:p xmlns:a="http://schemas.openxmlformats.org/drawingml/2006/main">
            <a:r>
              <a:t>来源：S10: ../sources.json（精确原件及SHA）</a:t>
            </a:r>
          </a:p>
          <a:p xmlns:a="http://schemas.openxmlformats.org/drawingml/2006/main">
            <a:r>
              <a:t>S13: ../sources.json（精确原件及SHA）</a:t>
            </a:r>
          </a:p>
          <a:p xmlns:a="http://schemas.openxmlformats.org/drawingml/2006/main">
            <a:r>
              <a:t>S16: ../sources.json（精确原件及SHA）</a:t>
            </a:r>
          </a:p>
          <a:p xmlns:a="http://schemas.openxmlformats.org/drawingml/2006/main">
            <a:r>
              <a:t>S17: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有限世界不是概率；当前proof与旧payload分开，legacy终态不复活。</a:t>
            </a:r>
          </a:p>
          <a:p xmlns:a="http://schemas.openxmlformats.org/drawingml/2006/main">
            <a:r>
              <a:t>来源：S18: ../sources.json（精确原件及SHA）</a:t>
            </a:r>
          </a:p>
          <a:p xmlns:a="http://schemas.openxmlformats.org/drawingml/2006/main">
            <a:r>
              <a:t>S19: ../sources.json（精确原件及SHA）</a:t>
            </a:r>
          </a:p>
          <a:p xmlns:a="http://schemas.openxmlformats.org/drawingml/2006/main">
            <a:r>
              <a:t>S20: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无假画面/假视频，不将演示模板冒NL链。对应demo-240s-script.md。</a:t>
            </a:r>
          </a:p>
          <a:p xmlns:a="http://schemas.openxmlformats.org/drawingml/2006/main">
            <a:r>
              <a:t>来源：S27: ../sources.json（精确原件及SHA）</a:t>
            </a:r>
          </a:p>
          <a:p xmlns:a="http://schemas.openxmlformats.org/drawingml/2006/main">
            <a:r>
              <a:t>S03: ../sources.json（精确原件及SHA）</a:t>
            </a:r>
          </a:p>
          <a:p xmlns:a="http://schemas.openxmlformats.org/drawingml/2006/main">
            <a:r>
              <a:t>S04: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不相加重叠测试、不写提升比例。原GLOBAL批FAILED。W0 n=1混合结果不是当前benchmark。</a:t>
            </a:r>
          </a:p>
          <a:p xmlns:a="http://schemas.openxmlformats.org/drawingml/2006/main">
            <a:r>
              <a:t>来源：E01: ../sources.json（精确原件及SHA）</a:t>
            </a:r>
          </a:p>
          <a:p xmlns:a="http://schemas.openxmlformats.org/drawingml/2006/main">
            <a:r>
              <a:t>E02: ../sources.json（精确原件及SHA）</a:t>
            </a:r>
          </a:p>
          <a:p xmlns:a="http://schemas.openxmlformats.org/drawingml/2006/main">
            <a:r>
              <a:t>E03: ../sources.json（精确原件及SHA）</a:t>
            </a:r>
          </a:p>
          <a:p xmlns:a="http://schemas.openxmlformats.org/drawingml/2006/main">
            <a:r>
              <a:t>E04: ../sources.json（精确原件及SHA）</a:t>
            </a:r>
          </a:p>
          <a:p xmlns:a="http://schemas.openxmlformats.org/drawingml/2006/main">
            <a:r>
              <a:t>S06: ../sources.json（精确原件及SHA）</a:t>
            </a:r>
          </a:p>
          <a:p xmlns:a="http://schemas.openxmlformats.org/drawingml/2006/main">
            <a:r>
              <a:t>S35: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Ruff S规则告警不等于全部可利用漏洞，也不声称安全审计完成。</a:t>
            </a:r>
          </a:p>
          <a:p xmlns:a="http://schemas.openxmlformats.org/drawingml/2006/main">
            <a:r>
              <a:t>来源：S25: ../sources.json（精确原件及SHA）</a:t>
            </a:r>
          </a:p>
          <a:p xmlns:a="http://schemas.openxmlformats.org/drawingml/2006/main">
            <a:r>
              <a:t>S26: ../sources.json（精确原件及SHA）</a:t>
            </a:r>
          </a:p>
          <a:p xmlns:a="http://schemas.openxmlformats.org/drawingml/2006/main">
            <a:r>
              <a:t>S33: ../sources.json（精确原件及SHA）</a:t>
            </a:r>
          </a:p>
          <a:p xmlns:a="http://schemas.openxmlformats.org/drawingml/2006/main">
            <a:r>
              <a:t>S34: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可能问答和证据索引附defense.md，效果主张当前不放行。</a:t>
            </a:r>
          </a:p>
          <a:p xmlns:a="http://schemas.openxmlformats.org/drawingml/2006/main">
            <a:r>
              <a:t>来源：S01: ../sources.json（精确原件及SHA）</a:t>
            </a:r>
          </a:p>
          <a:p xmlns:a="http://schemas.openxmlformats.org/drawingml/2006/main">
            <a:r>
              <a:t>S04: ../sources.json（精确原件及SHA）</a:t>
            </a:r>
          </a:p>
          <a:p xmlns:a="http://schemas.openxmlformats.org/drawingml/2006/main">
            <a:r>
              <a:t>S32: ../sources.json（精确原件及SHA）</a:t>
            </a:r>
          </a:p>
          <a:p xmlns:a="http://schemas.openxmlformats.org/drawingml/2006/main">
            <a:r>
              <a:t>S38: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a510dea9ea43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9a39f1c8af4115" /><Relationship Type="http://schemas.openxmlformats.org/officeDocument/2006/relationships/slideLayout" Target="/ppt/slideLayouts/slideLayout1.xml" Id="R2463d47afbf943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63d47afbf943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22fb9821b435e" /><Relationship Type="http://schemas.openxmlformats.org/officeDocument/2006/relationships/notesSlide" Target="/ppt/notesSlides/notesSlide1.xml" Id="R64db86abdd354b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973719679451f" /><Relationship Type="http://schemas.openxmlformats.org/officeDocument/2006/relationships/notesSlide" Target="/ppt/notesSlides/notesSlide2.xml" Id="R3712afdd89e349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2aa7e51aa4dba" /><Relationship Type="http://schemas.openxmlformats.org/officeDocument/2006/relationships/notesSlide" Target="/ppt/notesSlides/notesSlide3.xml" Id="R6bef33366fe84a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d5a8edbb2411b" /><Relationship Type="http://schemas.openxmlformats.org/officeDocument/2006/relationships/notesSlide" Target="/ppt/notesSlides/notesSlide4.xml" Id="R809aab74eb7947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f4e836d4f467f" /><Relationship Type="http://schemas.openxmlformats.org/officeDocument/2006/relationships/notesSlide" Target="/ppt/notesSlides/notesSlide5.xml" Id="R230dc9c0716647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89a54bed54176" /><Relationship Type="http://schemas.openxmlformats.org/officeDocument/2006/relationships/notesSlide" Target="/ppt/notesSlides/notesSlide6.xml" Id="R1083dede377d4f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404cef77d4a15" /><Relationship Type="http://schemas.openxmlformats.org/officeDocument/2006/relationships/notesSlide" Target="/ppt/notesSlides/notesSlide7.xml" Id="R5dd042b1c44e47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d8c3b909b46d8" /><Relationship Type="http://schemas.openxmlformats.org/officeDocument/2006/relationships/notesSlide" Target="/ppt/notesSlides/notesSlide8.xml" Id="R93ac2bbb8e384f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465a39e9645ee" /><Relationship Type="http://schemas.openxmlformats.org/officeDocument/2006/relationships/notesSlide" Target="/ppt/notesSlides/notesSlide9.xml" Id="R73a03cdf51bb48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d4d0fc6774991" /><Relationship Type="http://schemas.openxmlformats.org/officeDocument/2006/relationships/notesSlide" Target="/ppt/notesSlides/notesSlide10.xml" Id="R88c28b37e6f943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72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B78B1-2B4C-4887-A72F-2B86A156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6EF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6EFE5"/>
                </a:solidFill>
                <a:latin typeface="Microsoft YaHei"/>
                <a:ea typeface="Microsoft YaHei"/>
                <a:cs typeface="Microsoft YaHei"/>
              </a:rPr>
              <a:t>青年金融服务 · 当前功能版 / 模拟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C4C61-1A08-4D9D-AAD6-6117764C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钱途有界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805C9-40AF-43EE-BAE1-A834C01B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让每笔自主安排</a:t>
            </a:r>
          </a:p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守住用途、时间与授权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2F3BF-38AE-4171-81D2-B4FEC00D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事实有来源，候选需复核，动作有边界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5F458-16D6-4EE9-832A-1406D581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确定性引擎计算；自然语言不产生权限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9F33F-54F1-4F81-8C6B-788016D7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全量验收未完成 · 真人0 · 当前性能未测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71417-C6BF-4325-A158-DD482BD3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EF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EFE5"/>
                </a:solidFill>
                <a:latin typeface="Microsoft YaHei"/>
                <a:ea typeface="Microsoft YaHei"/>
                <a:cs typeface="Microsoft YaHei"/>
              </a:rPr>
              <a:t>SOURCE S01 · S04 · S05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44D36-8864-4FAE-9B25-E18DA93F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/ 10</a:t>
            </a:r>
          </a:p>
        </p:txBody>
      </p:sp>
    </p:spTree>
    <p:extLst>
      <p:ext uri="{BB962C8B-B14F-4D97-AF65-F5344CB8AC3E}">
        <p14:creationId xmlns:p14="http://schemas.microsoft.com/office/powerpoint/2010/main" val="3073862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FC3F5-0B8F-4F8E-8891-80FD3CFF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01 / 用户任务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F72D9-3C56-4EC0-94E1-B17267C0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账户余额不等于可安排资金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01C8E-7EFD-4B66-9CC0-8BB120BF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同一笔钱，同时承担不同截止与用途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4159C-E278-41D7-A0E4-296FC020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房租、账单、生活准备金、应急和未来目标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E98CF-1E77-45B6-B4F6-94E2A534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未到账工资不扩大今天的自主边界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4F097-7594-4A6A-9277-013C7E11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Goal归属与产品本金可用时间必须分别核验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87567-5049-4AE0-9BCA-EC3214FB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S01 · S02 · S08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A98A7-75A9-476F-BFE1-E88909E5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2 / 10</a:t>
            </a:r>
          </a:p>
        </p:txBody>
      </p:sp>
    </p:spTree>
    <p:extLst>
      <p:ext uri="{BB962C8B-B14F-4D97-AF65-F5344CB8AC3E}">
        <p14:creationId xmlns:p14="http://schemas.microsoft.com/office/powerpoint/2010/main" val="19317490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5A02D-E222-42DF-BC43-D8C0B2FE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02 / 自主包络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B7C52-8D7A-4EC6-A69F-E3D910BD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五集合共同约束自主动作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DA6FD-E91C-4167-B61E-27491CD8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财务安全 ∩ 用户授权 ∩ 流动性</a:t>
            </a:r>
          </a:p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∩ 证据充分 ∩ 支持动作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B6391-7489-4EEC-A21E-ACB7160F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AUTO / ASK_ONCE / ADVISE_ONLY / BLOCKED由原引擎确定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C31F7-EE0D-44E1-8283-FF717E44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safe_idle是财务容量，不是自动权限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6BA3A-734F-468E-9B6B-C6D288C0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UNKNOWN和null保持未知；未来收入计入今日额度为0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383E2-AE92-4444-A151-625A5BA1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S01 · S07 · S12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410BD-5372-42D3-882C-085F1297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3 / 10</a:t>
            </a:r>
          </a:p>
        </p:txBody>
      </p:sp>
    </p:spTree>
    <p:extLst>
      <p:ext uri="{BB962C8B-B14F-4D97-AF65-F5344CB8AC3E}">
        <p14:creationId xmlns:p14="http://schemas.microsoft.com/office/powerpoint/2010/main" val="7893543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3BB47D-5DA2-4771-9135-DC5CD0AF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03 / 实现机制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951B6-0612-4E18-9703-C1703AF7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从事实到原回执的闭环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39B79-ACD6-46DF-96B2-9849D61F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事实 → 原策略版本 → 边界</a:t>
            </a:r>
          </a:p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→ 具体效果 → 银行 → 原回执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D97A4-F103-4B63-A507-6B194C5C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候选与明确确认分开；具体确认绑定同effect hash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69C9F-99B8-447C-BE3A-0AE92451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首次银行受理重验当前源与权限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33602-3710-48B0-A31B-4EBE1096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UNKNOWN保原action/key，查询协调同一经济身份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67CBB-4BC2-4E25-8BE9-E7C9D352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S10 · S21 · S22 · S23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FB5FC0-C34B-4654-B289-ADD92E39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4 / 10</a:t>
            </a:r>
          </a:p>
        </p:txBody>
      </p:sp>
    </p:spTree>
    <p:extLst>
      <p:ext uri="{BB962C8B-B14F-4D97-AF65-F5344CB8AC3E}">
        <p14:creationId xmlns:p14="http://schemas.microsoft.com/office/powerpoint/2010/main" val="20627036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9CB39-3C2B-48FD-8CFD-9F634268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04 / 当前功能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36B1F-C17F-4DBD-9DD3-76F6B026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策略、目标与资产是可调用模块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37043-3988-4CB7-8A17-079C3309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用途归属不因资产放置自动改变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54EE9-4371-4D1C-855A-89F8E0C8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不可变生命周期 / Goal双hash / 当前期联合规划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D0A43-AD66-48A3-8776-C28B0EBC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1098年度阶段点，原90日执行视图独立保留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361DA-D6E1-414F-BE84-C0828DA6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整组原确认与固定批；UNKNOWN后批停，原批重放不推进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0215E-3B23-4299-8F7C-806364EF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S10 · S13 · S16 · S17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40754-B3D2-42F8-BBDF-DF019C8D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5 / 10</a:t>
            </a:r>
          </a:p>
        </p:txBody>
      </p:sp>
    </p:spTree>
    <p:extLst>
      <p:ext uri="{BB962C8B-B14F-4D97-AF65-F5344CB8AC3E}">
        <p14:creationId xmlns:p14="http://schemas.microsoft.com/office/powerpoint/2010/main" val="14961917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77161-5EC6-4401-899D-A30688BF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05 / 最小介入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C018E-6BF7-4447-9CEA-B73F9EDE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一次一问，回答不是授权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BD9BC-E66B-4088-A1B7-87CCCAE0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只有当前动作语义分歧才询问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90B20-7FED-488F-A9A3-DD9B3771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最多128世界完整枚举，缺源世界保留分母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14BC7-CB73-41C8-A496-8CF67778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持久revision与exact by-key原receipt恢复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522D0-67A3-4090-BE01-6757D916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observe / deliver / ACK / answer / financial confirm各自独立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E3E79B-7AA7-4ECC-8286-9B89F2D8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S18 · S19 · S20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F4B70-21B3-48B7-B418-6DCDBB0E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6 / 10</a:t>
            </a:r>
          </a:p>
        </p:txBody>
      </p:sp>
    </p:spTree>
    <p:extLst>
      <p:ext uri="{BB962C8B-B14F-4D97-AF65-F5344CB8AC3E}">
        <p14:creationId xmlns:p14="http://schemas.microsoft.com/office/powerpoint/2010/main" val="15680079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8186F4-6DA8-45E5-A3FC-7496CCB6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06 / 演示计划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ADF04-FE06-408B-BE9B-F362857A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三条黄金链与四分钟镜头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FE313-4F87-4F9B-8F6B-7A81A8AD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A 工资安排　B NL目标修改确认</a:t>
            </a:r>
          </a:p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C 消费收缩与无损/有损恢复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B295E-F568-4E93-852A-B65DD284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主片计划240秒，当前仍NOT_RECORDED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88875-B935-4153-8E04-68515BF0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B必须真实原话→修订→首次ACTIVE→后续新增收入分配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CF6F6-C097-469C-9C55-3180AB08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历史三轮素材只历史；最终当前离线三链待取得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35575-7CAC-482F-9111-D3B2169D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S27 · S03 · S04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DDF91-8A41-4B3C-A7D3-7C761121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7 / 10</a:t>
            </a:r>
          </a:p>
        </p:txBody>
      </p:sp>
    </p:spTree>
    <p:extLst>
      <p:ext uri="{BB962C8B-B14F-4D97-AF65-F5344CB8AC3E}">
        <p14:creationId xmlns:p14="http://schemas.microsoft.com/office/powerpoint/2010/main" val="19149350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6C837-E7F3-4400-80C4-0987FDD3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07 / 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037C6-5462-46A5-9457-CFEF148A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已有实证与缺失结果一起展示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032C7-A894-4404-8574-3B535C89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定向链路通过 ≠ 产品效果证明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EDAE9-3627-41CE-8540-D00E8471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固定付款原AUTO/ASK：真实2节点通过，相关scope稳定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079F3-6761-4C73-AB6F-93B09235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旧整组资产：诊断通过但相关source改变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470BD-9623-48D3-A0FF-28152012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24×5 / 14指标 / 消融 / 真人研究 / 当前性能：待实验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BD96F-8A64-4E76-920E-CB58FD07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E01 · E02 · E03 · E04 · S06 · S35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A74CC-A020-4034-81A9-A088FFC8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8 / 10</a:t>
            </a:r>
          </a:p>
        </p:txBody>
      </p:sp>
    </p:spTree>
    <p:extLst>
      <p:ext uri="{BB962C8B-B14F-4D97-AF65-F5344CB8AC3E}">
        <p14:creationId xmlns:p14="http://schemas.microsoft.com/office/powerpoint/2010/main" val="16152098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72E492-C643-428E-A910-093C93A3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08 / 安全与限制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21D9C-D0D7-472E-8FFE-D083BF75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可信的边界与具体失败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8DB52-D393-45E4-87CE-071D92BA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模拟资金，明确未知，保留原件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1D453-7212-48FF-B90C-9DCAA138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本地USER签名会话不是真人KYC或金融确认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2469D-6041-499B-B0CB-10C21296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原bank已SETTLED而app无receipt，仍保原键协调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0A863-6288-41E9-B79E-BF5374FD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安全扫描有106项告警；全量/渗透/手机实测均未完成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90661-E789-49FD-B94A-5287E7FA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S25 · S26 · S33 · S34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12414B-CD09-4BFA-AC34-03A876DE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9 / 10</a:t>
            </a:r>
          </a:p>
        </p:txBody>
      </p:sp>
    </p:spTree>
    <p:extLst>
      <p:ext uri="{BB962C8B-B14F-4D97-AF65-F5344CB8AC3E}">
        <p14:creationId xmlns:p14="http://schemas.microsoft.com/office/powerpoint/2010/main" val="16334059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9CDC1-6BAF-4D77-AEEA-FC2D2FA5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09 / 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6FCF0-7E26-4871-ABAF-DA81C111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以可复核试点验证工行价值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57C45-B5A4-4DE7-9E08-3283FC31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先验证理解、介入与复核成本</a:t>
            </a:r>
          </a:p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再评估真实业务准入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34FBB-28C9-4430-A875-ADDCEE99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同体系闭环为业务假设，无合作或真实收益证据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C4860-A972-4037-A51C-1671C7BD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最终两版软件验收 + 冻结实验 + 真人研究 + 当前录屏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86BC3-3E87-4C8A-951B-87A1E337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正式21/92；FULL项PENDING；材料结构成品不充内容验收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B6195-DEF3-4E9E-B02F-2429CA7E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S01 · S04 · S32 · S38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31DCD-ADA9-4D6B-A935-32E08911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14190263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2026-10-06T00:35:21.1340000Z</dcterms:created>
  <dcterms:modified xsi:type="dcterms:W3CDTF">2026-10-06T00:35:21.1340000Z</dcterms:modified>
</coreProperties>
</file>